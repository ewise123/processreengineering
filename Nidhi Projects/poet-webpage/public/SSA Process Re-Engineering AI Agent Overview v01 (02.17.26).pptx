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10"/>
  </p:notesMasterIdLst>
  <p:sldIdLst>
    <p:sldId id="257" r:id="rId5"/>
    <p:sldId id="271" r:id="rId6"/>
    <p:sldId id="273" r:id="rId7"/>
    <p:sldId id="275" r:id="rId8"/>
    <p:sldId id="274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B0B7B-DFCC-437B-A49C-00E6AF1C5003}" v="19" dt="2026-02-19T16:29:19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46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dhi Dube" userId="5501107e-b2dc-45c1-9f4d-5e14eb6ba81a" providerId="ADAL" clId="{4249C211-EBDF-48C7-AF98-AB6C7F1034AE}"/>
    <pc:docChg chg="undo custSel addSld delSld modSld sldOrd">
      <pc:chgData name="Nidhi Dube" userId="5501107e-b2dc-45c1-9f4d-5e14eb6ba81a" providerId="ADAL" clId="{4249C211-EBDF-48C7-AF98-AB6C7F1034AE}" dt="2026-02-19T16:30:00.221" v="654" actId="20577"/>
      <pc:docMkLst>
        <pc:docMk/>
      </pc:docMkLst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3267113132" sldId="264"/>
        </pc:sldMkLst>
      </pc:sldChg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2622951203" sldId="265"/>
        </pc:sldMkLst>
      </pc:sldChg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3478295305" sldId="266"/>
        </pc:sldMkLst>
      </pc:sldChg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2818671695" sldId="267"/>
        </pc:sldMkLst>
      </pc:sldChg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2232756807" sldId="268"/>
        </pc:sldMkLst>
      </pc:sldChg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949496374" sldId="269"/>
        </pc:sldMkLst>
      </pc:sldChg>
      <pc:sldChg chg="del">
        <pc:chgData name="Nidhi Dube" userId="5501107e-b2dc-45c1-9f4d-5e14eb6ba81a" providerId="ADAL" clId="{4249C211-EBDF-48C7-AF98-AB6C7F1034AE}" dt="2026-02-18T23:11:27.999" v="589" actId="47"/>
        <pc:sldMkLst>
          <pc:docMk/>
          <pc:sldMk cId="293221229" sldId="270"/>
        </pc:sldMkLst>
      </pc:sldChg>
      <pc:sldChg chg="addSp delSp modSp new mod ord">
        <pc:chgData name="Nidhi Dube" userId="5501107e-b2dc-45c1-9f4d-5e14eb6ba81a" providerId="ADAL" clId="{4249C211-EBDF-48C7-AF98-AB6C7F1034AE}" dt="2026-02-18T23:32:28.664" v="595" actId="1076"/>
        <pc:sldMkLst>
          <pc:docMk/>
          <pc:sldMk cId="2218111347" sldId="271"/>
        </pc:sldMkLst>
        <pc:spChg chg="mod">
          <ac:chgData name="Nidhi Dube" userId="5501107e-b2dc-45c1-9f4d-5e14eb6ba81a" providerId="ADAL" clId="{4249C211-EBDF-48C7-AF98-AB6C7F1034AE}" dt="2026-02-18T23:32:20.063" v="592" actId="14100"/>
          <ac:spMkLst>
            <pc:docMk/>
            <pc:sldMk cId="2218111347" sldId="271"/>
            <ac:spMk id="2" creationId="{736B02AB-3204-0B71-A21C-CD6522858567}"/>
          </ac:spMkLst>
        </pc:spChg>
        <pc:spChg chg="mod">
          <ac:chgData name="Nidhi Dube" userId="5501107e-b2dc-45c1-9f4d-5e14eb6ba81a" providerId="ADAL" clId="{4249C211-EBDF-48C7-AF98-AB6C7F1034AE}" dt="2026-02-18T22:43:51.282" v="182" actId="20577"/>
          <ac:spMkLst>
            <pc:docMk/>
            <pc:sldMk cId="2218111347" sldId="271"/>
            <ac:spMk id="3" creationId="{353B70E0-C9CE-8D97-A5B7-972446D12C6F}"/>
          </ac:spMkLst>
        </pc:spChg>
        <pc:spChg chg="add del mod">
          <ac:chgData name="Nidhi Dube" userId="5501107e-b2dc-45c1-9f4d-5e14eb6ba81a" providerId="ADAL" clId="{4249C211-EBDF-48C7-AF98-AB6C7F1034AE}" dt="2026-02-18T22:34:55.654" v="129" actId="478"/>
          <ac:spMkLst>
            <pc:docMk/>
            <pc:sldMk cId="2218111347" sldId="271"/>
            <ac:spMk id="4" creationId="{3E379E88-0808-6454-DADE-A65817A2B950}"/>
          </ac:spMkLst>
        </pc:spChg>
        <pc:spChg chg="add mod">
          <ac:chgData name="Nidhi Dube" userId="5501107e-b2dc-45c1-9f4d-5e14eb6ba81a" providerId="ADAL" clId="{4249C211-EBDF-48C7-AF98-AB6C7F1034AE}" dt="2026-02-18T22:43:33.471" v="173" actId="255"/>
          <ac:spMkLst>
            <pc:docMk/>
            <pc:sldMk cId="2218111347" sldId="271"/>
            <ac:spMk id="6" creationId="{7909F68F-13AA-ECE3-A8CA-935560B702C3}"/>
          </ac:spMkLst>
        </pc:spChg>
        <pc:spChg chg="add del mod">
          <ac:chgData name="Nidhi Dube" userId="5501107e-b2dc-45c1-9f4d-5e14eb6ba81a" providerId="ADAL" clId="{4249C211-EBDF-48C7-AF98-AB6C7F1034AE}" dt="2026-02-18T22:42:17.056" v="160" actId="478"/>
          <ac:spMkLst>
            <pc:docMk/>
            <pc:sldMk cId="2218111347" sldId="271"/>
            <ac:spMk id="7" creationId="{147F042B-3F66-20D6-3658-D3A2BB2D1E0D}"/>
          </ac:spMkLst>
        </pc:spChg>
        <pc:picChg chg="add mod">
          <ac:chgData name="Nidhi Dube" userId="5501107e-b2dc-45c1-9f4d-5e14eb6ba81a" providerId="ADAL" clId="{4249C211-EBDF-48C7-AF98-AB6C7F1034AE}" dt="2026-02-18T23:32:28.664" v="595" actId="1076"/>
          <ac:picMkLst>
            <pc:docMk/>
            <pc:sldMk cId="2218111347" sldId="271"/>
            <ac:picMk id="9" creationId="{13BA7AE5-E8D6-A42E-CFF6-155B3EACBD33}"/>
          </ac:picMkLst>
        </pc:picChg>
      </pc:sldChg>
      <pc:sldChg chg="addSp delSp modSp add del mod">
        <pc:chgData name="Nidhi Dube" userId="5501107e-b2dc-45c1-9f4d-5e14eb6ba81a" providerId="ADAL" clId="{4249C211-EBDF-48C7-AF98-AB6C7F1034AE}" dt="2026-02-18T22:48:13.832" v="255" actId="47"/>
        <pc:sldMkLst>
          <pc:docMk/>
          <pc:sldMk cId="86194961" sldId="272"/>
        </pc:sldMkLst>
        <pc:spChg chg="add del mod">
          <ac:chgData name="Nidhi Dube" userId="5501107e-b2dc-45c1-9f4d-5e14eb6ba81a" providerId="ADAL" clId="{4249C211-EBDF-48C7-AF98-AB6C7F1034AE}" dt="2026-02-18T22:45:43.498" v="207" actId="255"/>
          <ac:spMkLst>
            <pc:docMk/>
            <pc:sldMk cId="86194961" sldId="272"/>
            <ac:spMk id="2" creationId="{95E6589F-FA3C-6D7A-9380-4CBB34B7FF57}"/>
          </ac:spMkLst>
        </pc:spChg>
        <pc:spChg chg="mod">
          <ac:chgData name="Nidhi Dube" userId="5501107e-b2dc-45c1-9f4d-5e14eb6ba81a" providerId="ADAL" clId="{4249C211-EBDF-48C7-AF98-AB6C7F1034AE}" dt="2026-02-18T22:44:07.596" v="191" actId="20577"/>
          <ac:spMkLst>
            <pc:docMk/>
            <pc:sldMk cId="86194961" sldId="272"/>
            <ac:spMk id="3" creationId="{C4943BC6-5D96-416D-9D10-12DB3D94C4DC}"/>
          </ac:spMkLst>
        </pc:spChg>
        <pc:spChg chg="add del mod">
          <ac:chgData name="Nidhi Dube" userId="5501107e-b2dc-45c1-9f4d-5e14eb6ba81a" providerId="ADAL" clId="{4249C211-EBDF-48C7-AF98-AB6C7F1034AE}" dt="2026-02-18T22:45:14.331" v="204" actId="21"/>
          <ac:spMkLst>
            <pc:docMk/>
            <pc:sldMk cId="86194961" sldId="272"/>
            <ac:spMk id="5" creationId="{6F7F98BF-3720-24B8-522E-6225AAD398DF}"/>
          </ac:spMkLst>
        </pc:spChg>
        <pc:spChg chg="del">
          <ac:chgData name="Nidhi Dube" userId="5501107e-b2dc-45c1-9f4d-5e14eb6ba81a" providerId="ADAL" clId="{4249C211-EBDF-48C7-AF98-AB6C7F1034AE}" dt="2026-02-18T22:44:00.797" v="188" actId="478"/>
          <ac:spMkLst>
            <pc:docMk/>
            <pc:sldMk cId="86194961" sldId="272"/>
            <ac:spMk id="6" creationId="{911439C6-97F5-418F-E13F-96AE06BDF3D4}"/>
          </ac:spMkLst>
        </pc:spChg>
        <pc:spChg chg="add mod">
          <ac:chgData name="Nidhi Dube" userId="5501107e-b2dc-45c1-9f4d-5e14eb6ba81a" providerId="ADAL" clId="{4249C211-EBDF-48C7-AF98-AB6C7F1034AE}" dt="2026-02-18T22:45:43.498" v="207" actId="255"/>
          <ac:spMkLst>
            <pc:docMk/>
            <pc:sldMk cId="86194961" sldId="272"/>
            <ac:spMk id="7" creationId="{294B24CE-B4AF-1E0B-5D6A-6386632F9961}"/>
          </ac:spMkLst>
        </pc:spChg>
        <pc:picChg chg="del">
          <ac:chgData name="Nidhi Dube" userId="5501107e-b2dc-45c1-9f4d-5e14eb6ba81a" providerId="ADAL" clId="{4249C211-EBDF-48C7-AF98-AB6C7F1034AE}" dt="2026-02-18T22:44:00.797" v="188" actId="478"/>
          <ac:picMkLst>
            <pc:docMk/>
            <pc:sldMk cId="86194961" sldId="272"/>
            <ac:picMk id="9" creationId="{C68A6E31-A124-1582-516D-0F18EA958E6F}"/>
          </ac:picMkLst>
        </pc:picChg>
      </pc:sldChg>
      <pc:sldChg chg="addSp delSp modSp add mod">
        <pc:chgData name="Nidhi Dube" userId="5501107e-b2dc-45c1-9f4d-5e14eb6ba81a" providerId="ADAL" clId="{4249C211-EBDF-48C7-AF98-AB6C7F1034AE}" dt="2026-02-19T16:28:57.202" v="643" actId="1036"/>
        <pc:sldMkLst>
          <pc:docMk/>
          <pc:sldMk cId="909978365" sldId="273"/>
        </pc:sldMkLst>
        <pc:spChg chg="mod">
          <ac:chgData name="Nidhi Dube" userId="5501107e-b2dc-45c1-9f4d-5e14eb6ba81a" providerId="ADAL" clId="{4249C211-EBDF-48C7-AF98-AB6C7F1034AE}" dt="2026-02-19T16:28:11.795" v="597" actId="20577"/>
          <ac:spMkLst>
            <pc:docMk/>
            <pc:sldMk cId="909978365" sldId="273"/>
            <ac:spMk id="2" creationId="{3E9267AB-59DC-9651-F74E-1D7B4D5BE5AC}"/>
          </ac:spMkLst>
        </pc:spChg>
        <pc:spChg chg="mod">
          <ac:chgData name="Nidhi Dube" userId="5501107e-b2dc-45c1-9f4d-5e14eb6ba81a" providerId="ADAL" clId="{4249C211-EBDF-48C7-AF98-AB6C7F1034AE}" dt="2026-02-18T23:01:55.528" v="559" actId="113"/>
          <ac:spMkLst>
            <pc:docMk/>
            <pc:sldMk cId="909978365" sldId="273"/>
            <ac:spMk id="3" creationId="{6DDC4F2B-CFFE-3170-6E12-D789CE496342}"/>
          </ac:spMkLst>
        </pc:spChg>
        <pc:spChg chg="add mod">
          <ac:chgData name="Nidhi Dube" userId="5501107e-b2dc-45c1-9f4d-5e14eb6ba81a" providerId="ADAL" clId="{4249C211-EBDF-48C7-AF98-AB6C7F1034AE}" dt="2026-02-18T23:03:11.337" v="574" actId="20577"/>
          <ac:spMkLst>
            <pc:docMk/>
            <pc:sldMk cId="909978365" sldId="273"/>
            <ac:spMk id="4" creationId="{64B54521-29F4-AB4D-941E-09B746AF7EE1}"/>
          </ac:spMkLst>
        </pc:spChg>
        <pc:spChg chg="add mod">
          <ac:chgData name="Nidhi Dube" userId="5501107e-b2dc-45c1-9f4d-5e14eb6ba81a" providerId="ADAL" clId="{4249C211-EBDF-48C7-AF98-AB6C7F1034AE}" dt="2026-02-19T16:28:46.788" v="636" actId="1035"/>
          <ac:spMkLst>
            <pc:docMk/>
            <pc:sldMk cId="909978365" sldId="273"/>
            <ac:spMk id="5" creationId="{91144791-2194-93D5-7E59-753F984D5FAE}"/>
          </ac:spMkLst>
        </pc:spChg>
        <pc:spChg chg="add mod">
          <ac:chgData name="Nidhi Dube" userId="5501107e-b2dc-45c1-9f4d-5e14eb6ba81a" providerId="ADAL" clId="{4249C211-EBDF-48C7-AF98-AB6C7F1034AE}" dt="2026-02-19T16:28:57.202" v="643" actId="1036"/>
          <ac:spMkLst>
            <pc:docMk/>
            <pc:sldMk cId="909978365" sldId="273"/>
            <ac:spMk id="6" creationId="{13B97239-E624-F4EB-7BAE-29A67DCD74E0}"/>
          </ac:spMkLst>
        </pc:spChg>
        <pc:spChg chg="add del mod">
          <ac:chgData name="Nidhi Dube" userId="5501107e-b2dc-45c1-9f4d-5e14eb6ba81a" providerId="ADAL" clId="{4249C211-EBDF-48C7-AF98-AB6C7F1034AE}" dt="2026-02-18T22:58:14.946" v="542" actId="478"/>
          <ac:spMkLst>
            <pc:docMk/>
            <pc:sldMk cId="909978365" sldId="273"/>
            <ac:spMk id="7" creationId="{3D23CCDA-888C-EB5E-7180-44FA162F2E7D}"/>
          </ac:spMkLst>
        </pc:spChg>
      </pc:sldChg>
      <pc:sldChg chg="new del">
        <pc:chgData name="Nidhi Dube" userId="5501107e-b2dc-45c1-9f4d-5e14eb6ba81a" providerId="ADAL" clId="{4249C211-EBDF-48C7-AF98-AB6C7F1034AE}" dt="2026-02-18T22:49:39.753" v="270" actId="47"/>
        <pc:sldMkLst>
          <pc:docMk/>
          <pc:sldMk cId="1854004145" sldId="274"/>
        </pc:sldMkLst>
      </pc:sldChg>
      <pc:sldChg chg="modSp add mod">
        <pc:chgData name="Nidhi Dube" userId="5501107e-b2dc-45c1-9f4d-5e14eb6ba81a" providerId="ADAL" clId="{4249C211-EBDF-48C7-AF98-AB6C7F1034AE}" dt="2026-02-19T16:30:00.221" v="654" actId="20577"/>
        <pc:sldMkLst>
          <pc:docMk/>
          <pc:sldMk cId="2352385342" sldId="274"/>
        </pc:sldMkLst>
        <pc:spChg chg="mod">
          <ac:chgData name="Nidhi Dube" userId="5501107e-b2dc-45c1-9f4d-5e14eb6ba81a" providerId="ADAL" clId="{4249C211-EBDF-48C7-AF98-AB6C7F1034AE}" dt="2026-02-19T16:30:00.221" v="654" actId="20577"/>
          <ac:spMkLst>
            <pc:docMk/>
            <pc:sldMk cId="2352385342" sldId="274"/>
            <ac:spMk id="2" creationId="{A83D7382-C1B4-54A8-0D08-AF4F6492887E}"/>
          </ac:spMkLst>
        </pc:spChg>
        <pc:spChg chg="mod">
          <ac:chgData name="Nidhi Dube" userId="5501107e-b2dc-45c1-9f4d-5e14eb6ba81a" providerId="ADAL" clId="{4249C211-EBDF-48C7-AF98-AB6C7F1034AE}" dt="2026-02-18T22:50:02.952" v="298" actId="20577"/>
          <ac:spMkLst>
            <pc:docMk/>
            <pc:sldMk cId="2352385342" sldId="274"/>
            <ac:spMk id="3" creationId="{C46ECA01-1CAA-0813-1972-DC9D879B9144}"/>
          </ac:spMkLst>
        </pc:spChg>
        <pc:spChg chg="mod">
          <ac:chgData name="Nidhi Dube" userId="5501107e-b2dc-45c1-9f4d-5e14eb6ba81a" providerId="ADAL" clId="{4249C211-EBDF-48C7-AF98-AB6C7F1034AE}" dt="2026-02-18T22:57:11.132" v="529" actId="1036"/>
          <ac:spMkLst>
            <pc:docMk/>
            <pc:sldMk cId="2352385342" sldId="274"/>
            <ac:spMk id="7" creationId="{AAAEC883-62F9-E343-AA31-5E2A2DB1F8BC}"/>
          </ac:spMkLst>
        </pc:spChg>
      </pc:sldChg>
      <pc:sldChg chg="addSp modSp add mod">
        <pc:chgData name="Nidhi Dube" userId="5501107e-b2dc-45c1-9f4d-5e14eb6ba81a" providerId="ADAL" clId="{4249C211-EBDF-48C7-AF98-AB6C7F1034AE}" dt="2026-02-19T16:29:38.003" v="652" actId="1076"/>
        <pc:sldMkLst>
          <pc:docMk/>
          <pc:sldMk cId="4170691229" sldId="275"/>
        </pc:sldMkLst>
        <pc:spChg chg="mod">
          <ac:chgData name="Nidhi Dube" userId="5501107e-b2dc-45c1-9f4d-5e14eb6ba81a" providerId="ADAL" clId="{4249C211-EBDF-48C7-AF98-AB6C7F1034AE}" dt="2026-02-19T16:29:31.952" v="651" actId="20577"/>
          <ac:spMkLst>
            <pc:docMk/>
            <pc:sldMk cId="4170691229" sldId="275"/>
            <ac:spMk id="2" creationId="{3A8F5C30-685F-6FC1-2B2A-59223DF1EB6C}"/>
          </ac:spMkLst>
        </pc:spChg>
        <pc:spChg chg="mod">
          <ac:chgData name="Nidhi Dube" userId="5501107e-b2dc-45c1-9f4d-5e14eb6ba81a" providerId="ADAL" clId="{4249C211-EBDF-48C7-AF98-AB6C7F1034AE}" dt="2026-02-18T23:31:58.379" v="591" actId="20577"/>
          <ac:spMkLst>
            <pc:docMk/>
            <pc:sldMk cId="4170691229" sldId="275"/>
            <ac:spMk id="3" creationId="{63F9091C-B6C7-E684-AA6E-3FA0343554B8}"/>
          </ac:spMkLst>
        </pc:spChg>
        <pc:spChg chg="add mod">
          <ac:chgData name="Nidhi Dube" userId="5501107e-b2dc-45c1-9f4d-5e14eb6ba81a" providerId="ADAL" clId="{4249C211-EBDF-48C7-AF98-AB6C7F1034AE}" dt="2026-02-19T16:29:38.003" v="652" actId="1076"/>
          <ac:spMkLst>
            <pc:docMk/>
            <pc:sldMk cId="4170691229" sldId="275"/>
            <ac:spMk id="4" creationId="{09F64A16-DADD-3C30-39BA-518AC3DB75E5}"/>
          </ac:spMkLst>
        </pc:spChg>
        <pc:spChg chg="add mod">
          <ac:chgData name="Nidhi Dube" userId="5501107e-b2dc-45c1-9f4d-5e14eb6ba81a" providerId="ADAL" clId="{4249C211-EBDF-48C7-AF98-AB6C7F1034AE}" dt="2026-02-19T16:29:28.280" v="650" actId="20577"/>
          <ac:spMkLst>
            <pc:docMk/>
            <pc:sldMk cId="4170691229" sldId="275"/>
            <ac:spMk id="5" creationId="{9FAFEB9F-099B-B8BA-109F-F91F669FACA8}"/>
          </ac:spMkLst>
        </pc:spChg>
        <pc:spChg chg="mod">
          <ac:chgData name="Nidhi Dube" userId="5501107e-b2dc-45c1-9f4d-5e14eb6ba81a" providerId="ADAL" clId="{4249C211-EBDF-48C7-AF98-AB6C7F1034AE}" dt="2026-02-18T22:58:32.232" v="544" actId="21"/>
          <ac:spMkLst>
            <pc:docMk/>
            <pc:sldMk cId="4170691229" sldId="275"/>
            <ac:spMk id="7" creationId="{767AFB49-A8FF-7605-CEC5-0410E13535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2A2CA-9887-49B4-81A8-9617C73CFDD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D4973-44D3-478B-8A8A-61CA3EFCA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0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4973-44D3-478B-8A8A-61CA3EFCA4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62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CBD8-546F-FA05-2034-40DDD41D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0D976-5816-AB35-0CDA-3C6BA99B4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8334A-6BB7-AE48-6B89-C6C007501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29994-6CB4-668D-A1B1-4783DAC8B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4973-44D3-478B-8A8A-61CA3EFCA4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33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EB09-FE5A-F2A5-D6F7-E1A35C9B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D09AD-6B60-AF92-23A8-4AFF78CA4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79497-1E3D-EAEF-8E0D-7D668F40D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09AAB-816E-4C04-51BA-6AC8E975E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4973-44D3-478B-8A8A-61CA3EFCA4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95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74E6-11A7-3271-5261-1EC1795B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DBCA9-6423-14E0-EF81-F3EFAC840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5368D-7D70-15F1-5BDC-11B9CA9E8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41B6D-9CAA-AD7D-0224-D6B3DF68F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4973-44D3-478B-8A8A-61CA3EFCA4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87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saandco.com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B62CE0-2CD6-FB43-849D-1777594E7118}"/>
              </a:ext>
            </a:extLst>
          </p:cNvPr>
          <p:cNvSpPr/>
          <p:nvPr/>
        </p:nvSpPr>
        <p:spPr>
          <a:xfrm>
            <a:off x="0" y="0"/>
            <a:ext cx="12192000" cy="68914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995C2C4E-348F-3247-99FD-682777E442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39687"/>
            <a:ext cx="12192000" cy="507354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80EE5708-C0D4-BB44-963C-53E138118A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294642"/>
            <a:ext cx="10134600" cy="85407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330FD42-E1C7-184A-8049-24C1B5316F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9198" y="2364921"/>
            <a:ext cx="10134601" cy="6497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81B25C-CE2E-D746-AE56-63CBF6B2B7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68" y="5730400"/>
            <a:ext cx="1170432" cy="78129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E24B18-FFA7-461B-B006-BAB70FC12685}"/>
              </a:ext>
            </a:extLst>
          </p:cNvPr>
          <p:cNvSpPr/>
          <p:nvPr/>
        </p:nvSpPr>
        <p:spPr>
          <a:xfrm>
            <a:off x="0" y="0"/>
            <a:ext cx="12192000" cy="68914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857A27FA-809D-435F-8CA1-6733982D55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39687"/>
            <a:ext cx="12192000" cy="5073540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561FC1-1940-4C0D-A495-FFDF98DC35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68" y="5730400"/>
            <a:ext cx="1170432" cy="78129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2836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9D0E2E-6D28-B941-8991-D179A6AC434D}"/>
              </a:ext>
            </a:extLst>
          </p:cNvPr>
          <p:cNvSpPr txBox="1"/>
          <p:nvPr/>
        </p:nvSpPr>
        <p:spPr>
          <a:xfrm>
            <a:off x="10634870" y="67486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Bef>
                <a:spcPts val="1000"/>
              </a:spcBef>
            </a:pPr>
            <a:endParaRPr lang="en-US" sz="1400">
              <a:solidFill>
                <a:srgbClr val="003399"/>
              </a:solidFill>
              <a:latin typeface="Lucida Sans" panose="020B0602030504020204" pitchFamily="34" charset="77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808659C-7722-8342-B790-311205D9E6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232" y="838200"/>
            <a:ext cx="11373817" cy="5676900"/>
          </a:xfrm>
        </p:spPr>
        <p:txBody>
          <a:bodyPr>
            <a:noAutofit/>
          </a:bodyPr>
          <a:lstStyle>
            <a:lvl1pPr algn="l" defTabSz="914400" rtl="0" eaLnBrk="1" latinLnBrk="0" hangingPunct="1">
              <a:buFont typeface="Arial" panose="020B0604020202020204" pitchFamily="34" charset="0"/>
              <a:defRPr lang="en-US" sz="16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342900" indent="-2286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C6BEC3-C741-4A42-8933-80FA4EBE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5CEE5-2C25-324E-8508-DCB74F9B68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5677ED-717A-4A27-9DCA-AD6D80977D3E}"/>
              </a:ext>
            </a:extLst>
          </p:cNvPr>
          <p:cNvSpPr txBox="1"/>
          <p:nvPr/>
        </p:nvSpPr>
        <p:spPr>
          <a:xfrm>
            <a:off x="10634870" y="674867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Bef>
                <a:spcPts val="1000"/>
              </a:spcBef>
            </a:pPr>
            <a:endParaRPr lang="en-US" sz="1400">
              <a:solidFill>
                <a:srgbClr val="003399"/>
              </a:solidFill>
              <a:latin typeface="Lucida Sans" panose="020B0602030504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28960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FA94CA-1F20-7749-95CB-7CEE32D0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06C0E-479C-4441-B2E7-B189F311F6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5457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4EFE-D9E5-4941-838F-D7B2379D9B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5234" y="838201"/>
            <a:ext cx="5560156" cy="5676900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2pPr marL="342900" indent="-2286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EC7036-728D-5B4F-AE46-DD6680B479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1175" y="838201"/>
            <a:ext cx="5560156" cy="5676900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0D4005-6125-4644-A092-FED889B1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BBEA-ED2E-9145-910C-238895E38D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024805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36044-7C2B-B643-966F-E7034CE2B2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234" y="838200"/>
            <a:ext cx="3593592" cy="56769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9CC0656-F157-7D4F-AAC4-0D04047D540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04323" y="838200"/>
            <a:ext cx="3595756" cy="56769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CCCD39E-257E-6645-A0CD-D0B2E679F70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5576" y="838200"/>
            <a:ext cx="3595756" cy="56769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5E51B5-B976-D14A-8F14-AC478567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BC4FE7-D2D1-B046-8747-C120E004F27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884769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49D203-8C4A-DC46-B578-7DD84CEE7E9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15234" y="838200"/>
            <a:ext cx="5509105" cy="26991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3429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1481328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6pPr>
            <a:lvl7pPr marL="1319212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tabLst/>
              <a:defRPr lang="en-US" sz="16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5B16D2A-A0C8-844F-87B8-96CDB129B00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15234" y="3700403"/>
            <a:ext cx="5509105" cy="26991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7407B31-AC2E-4B43-8FC2-574D19587EC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75798" y="3697090"/>
            <a:ext cx="5513832" cy="26991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EA69F09-76B6-8E45-AD70-9EC8F5282AA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375798" y="838200"/>
            <a:ext cx="5513832" cy="2699101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  <a:p>
            <a:pPr lvl="5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5D222F-F6BA-A14D-BA77-AFA59A6E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66FB8E-3FDE-C949-A605-AC0B9496F4E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3434851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97BCD12-B8C3-F743-9BAD-B25362EBA5D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15235" y="840335"/>
            <a:ext cx="3674202" cy="2700523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861D2A0-4B56-7D49-A85B-AFF57062F77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367049" y="840335"/>
            <a:ext cx="3674202" cy="2700523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5CF6E65-A2F2-5340-8C21-75381D40DB25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218863" y="840335"/>
            <a:ext cx="3675888" cy="2700523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B504360-2326-714E-9D04-6E8E527D6AB6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18863" y="3693258"/>
            <a:ext cx="3675888" cy="2700523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EBE81C6-42FE-3D43-A4B6-73E4198F2229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4367049" y="3693258"/>
            <a:ext cx="3674202" cy="2700523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7463F27-2631-8D4C-ABA4-799BC3D229E6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15235" y="3693258"/>
            <a:ext cx="3674202" cy="2700523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6CB669-43C6-8748-8E85-5550A0047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3C1C3-971D-8141-9D1B-0805F3491BDD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01817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3855E-5E39-EE45-B245-416BCA0D8B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234" y="1152939"/>
            <a:ext cx="11375136" cy="5362161"/>
          </a:xfrm>
          <a:prstGeom prst="rect">
            <a:avLst/>
          </a:prstGeom>
          <a:ln w="6350"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84071-D3C5-F340-BEE6-075E093B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34" y="203419"/>
            <a:ext cx="11373817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320C07-9D13-F449-B774-0EE532E332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234" y="695124"/>
            <a:ext cx="11375136" cy="2560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6BD13-7B6D-454D-BF8C-D75603F2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762417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E5F3-141D-3242-9315-00C5BA9B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34" y="203419"/>
            <a:ext cx="11373817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D095821-78CF-8042-81BF-F7A65709B0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234" y="695124"/>
            <a:ext cx="11375136" cy="2560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63BB7-94AE-EB44-8E8B-3BBCEC77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660691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2EE5-AA11-A744-8B65-C7CE2855BEE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5234" y="1142547"/>
            <a:ext cx="5571141" cy="5394960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5BA4A8-14AF-E542-8436-09B4B5E70D4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059" y="1142547"/>
            <a:ext cx="5571141" cy="5394960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332E8F7-D97E-3441-90F0-D923ED5F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EA195D4-FE7A-CA45-BA4A-A42C37B763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234" y="695124"/>
            <a:ext cx="11375136" cy="2560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4AD06-4140-934D-9142-62403C6BCD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4257259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36044-7C2B-B643-966F-E7034CE2B2D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5234" y="1143001"/>
            <a:ext cx="3566160" cy="5385034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9CC0656-F157-7D4F-AAC4-0D04047D540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19282" y="1143001"/>
            <a:ext cx="3562658" cy="5385034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CCCD39E-257E-6645-A0CD-D0B2E679F70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319828" y="1143001"/>
            <a:ext cx="3562658" cy="5385034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852F82-68DB-2744-A04D-B22C0B83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C35E795-3EED-FA48-819B-1FBD43720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234" y="695124"/>
            <a:ext cx="11375136" cy="2560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33616-7B0D-6A49-8CDA-62F9634C2AE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607688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 and Four Box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2B6F426-3EFE-8445-A0B3-0215317FA60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373325" y="1151201"/>
            <a:ext cx="5525450" cy="256991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E11AEE6-E268-E64D-904E-43E8F8FE4FF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73325" y="3873520"/>
            <a:ext cx="5525450" cy="256991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71CCE25-5282-7B47-9188-89C6B256672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515234" y="3873520"/>
            <a:ext cx="5525450" cy="256991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4B6E9AA-D526-B444-9B7B-6D0FE3B16FB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515234" y="1151201"/>
            <a:ext cx="5525450" cy="256991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CFB29A-6EE0-204B-ADCA-04A5A98B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25E51C-EBB8-CC46-A400-D9C177A9B0F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234" y="695124"/>
            <a:ext cx="11375136" cy="2560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E6E92-3721-584B-8D6F-638A3BEADDD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556298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 and 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CF45D25-86EE-A641-87B7-2C45AFBF42B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515234" y="1146292"/>
            <a:ext cx="3611906" cy="254995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  <a:lvl6pPr marL="2286000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DA5B502-B0EF-A341-8F70-08154D64CC0C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515234" y="3884501"/>
            <a:ext cx="3611906" cy="254995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CBEC245-C033-D84D-9387-E94D2D96CA19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286869" y="1153511"/>
            <a:ext cx="3611906" cy="254995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0F0A3036-4EDB-0C45-87A0-A02DAC7B21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401052" y="1153511"/>
            <a:ext cx="3611906" cy="254995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27003E0-C540-BE4B-ADB4-A15B73A551B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401051" y="3884501"/>
            <a:ext cx="3611906" cy="254995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6D426A0-A88B-614C-8CB7-22C96E9F2A0B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8286868" y="3884501"/>
            <a:ext cx="3611906" cy="2549959"/>
          </a:xfrm>
          <a:prstGeom prst="rect">
            <a:avLst/>
          </a:prstGeom>
          <a:ln w="6350">
            <a:solidFill>
              <a:srgbClr val="595959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8CB4EB-6B83-8C4E-A786-13BBDC63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87C8284-026E-B64D-A386-0EAEFBB500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234" y="695124"/>
            <a:ext cx="11375136" cy="25603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600" b="0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D632D-B495-5247-A9F6-81C1D97235EB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401864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3CA1-9EE2-0D43-A8C9-9D2702EE9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157" y="3062800"/>
            <a:ext cx="11567160" cy="732400"/>
          </a:xfrm>
          <a:prstGeom prst="rect">
            <a:avLst/>
          </a:prstGeom>
        </p:spPr>
        <p:txBody>
          <a:bodyPr/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6CD91E-6876-624F-AC9F-45D801558FB1}"/>
              </a:ext>
            </a:extLst>
          </p:cNvPr>
          <p:cNvSpPr/>
          <p:nvPr/>
        </p:nvSpPr>
        <p:spPr>
          <a:xfrm>
            <a:off x="1" y="0"/>
            <a:ext cx="495775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1E1DB-CDD7-0A4F-AD7B-D7C9378AEB2D}"/>
              </a:ext>
            </a:extLst>
          </p:cNvPr>
          <p:cNvSpPr/>
          <p:nvPr/>
        </p:nvSpPr>
        <p:spPr>
          <a:xfrm>
            <a:off x="4801938" y="6473536"/>
            <a:ext cx="7390063" cy="384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18CE9-1EA5-4043-BE6B-5E542A734AF6}"/>
              </a:ext>
            </a:extLst>
          </p:cNvPr>
          <p:cNvSpPr txBox="1"/>
          <p:nvPr/>
        </p:nvSpPr>
        <p:spPr>
          <a:xfrm>
            <a:off x="12567920" y="6217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Bef>
                <a:spcPts val="1000"/>
              </a:spcBef>
            </a:pPr>
            <a:endParaRPr lang="en-US" sz="1400" b="0" i="0">
              <a:solidFill>
                <a:srgbClr val="003399"/>
              </a:solidFill>
              <a:latin typeface="Lucida Sans" panose="020B0602030504020204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A4B164-6CF2-B545-8E4D-12BCB02B1C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68" y="5736528"/>
            <a:ext cx="1170432" cy="78129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085F5-4882-864F-A82D-97A3CDECDE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DBF0B-FF3B-48B9-9181-836AF441D788}"/>
              </a:ext>
            </a:extLst>
          </p:cNvPr>
          <p:cNvSpPr/>
          <p:nvPr/>
        </p:nvSpPr>
        <p:spPr>
          <a:xfrm>
            <a:off x="1" y="0"/>
            <a:ext cx="495775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067355-9427-4894-8B57-57734D98F605}"/>
              </a:ext>
            </a:extLst>
          </p:cNvPr>
          <p:cNvSpPr/>
          <p:nvPr/>
        </p:nvSpPr>
        <p:spPr>
          <a:xfrm>
            <a:off x="4801938" y="6473536"/>
            <a:ext cx="7390063" cy="384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34EA18-FFF7-4104-A6EE-A5342CA55290}"/>
              </a:ext>
            </a:extLst>
          </p:cNvPr>
          <p:cNvSpPr txBox="1"/>
          <p:nvPr/>
        </p:nvSpPr>
        <p:spPr>
          <a:xfrm>
            <a:off x="12567920" y="621792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Bef>
                <a:spcPts val="1000"/>
              </a:spcBef>
            </a:pPr>
            <a:endParaRPr lang="en-US" sz="1400" b="0" i="0">
              <a:solidFill>
                <a:srgbClr val="003399"/>
              </a:solidFill>
              <a:latin typeface="Lucida Sans" panose="020B0602030504020204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1A2AEE-26F4-4E2C-90BE-68514FFCEF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6768" y="5736528"/>
            <a:ext cx="1170432" cy="78129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24717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umma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830419-2838-984A-BD8E-062248760313}"/>
              </a:ext>
            </a:extLst>
          </p:cNvPr>
          <p:cNvSpPr/>
          <p:nvPr/>
        </p:nvSpPr>
        <p:spPr>
          <a:xfrm>
            <a:off x="2241176" y="1106905"/>
            <a:ext cx="9950824" cy="5374573"/>
          </a:xfrm>
          <a:prstGeom prst="rect">
            <a:avLst/>
          </a:prstGeom>
          <a:solidFill>
            <a:schemeClr val="bg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Lucida Sans" panose="020B0602030504020204" pitchFamily="34" charset="77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840F97-A08E-774F-8671-FC724A8CCC52}"/>
              </a:ext>
            </a:extLst>
          </p:cNvPr>
          <p:cNvCxnSpPr>
            <a:cxnSpLocks/>
          </p:cNvCxnSpPr>
          <p:nvPr/>
        </p:nvCxnSpPr>
        <p:spPr>
          <a:xfrm>
            <a:off x="0" y="1098884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5BFA56-74B9-5548-9236-61706DCF1819}"/>
              </a:ext>
            </a:extLst>
          </p:cNvPr>
          <p:cNvCxnSpPr>
            <a:cxnSpLocks/>
          </p:cNvCxnSpPr>
          <p:nvPr/>
        </p:nvCxnSpPr>
        <p:spPr>
          <a:xfrm>
            <a:off x="0" y="2444458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080BB1-A8FF-814C-8357-4681FC385660}"/>
              </a:ext>
            </a:extLst>
          </p:cNvPr>
          <p:cNvCxnSpPr>
            <a:cxnSpLocks/>
          </p:cNvCxnSpPr>
          <p:nvPr/>
        </p:nvCxnSpPr>
        <p:spPr>
          <a:xfrm>
            <a:off x="0" y="3790032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4CEB76-E15F-5145-96BD-78F9F270C88C}"/>
              </a:ext>
            </a:extLst>
          </p:cNvPr>
          <p:cNvCxnSpPr>
            <a:cxnSpLocks/>
          </p:cNvCxnSpPr>
          <p:nvPr/>
        </p:nvCxnSpPr>
        <p:spPr>
          <a:xfrm>
            <a:off x="0" y="6481181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03A02C-CAEC-2245-B0C7-2B8F64A4AA48}"/>
              </a:ext>
            </a:extLst>
          </p:cNvPr>
          <p:cNvSpPr txBox="1"/>
          <p:nvPr/>
        </p:nvSpPr>
        <p:spPr>
          <a:xfrm>
            <a:off x="238172" y="832061"/>
            <a:ext cx="1625600" cy="180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spcAft>
                <a:spcPts val="100"/>
              </a:spcAft>
              <a:buFont typeface="Arial"/>
              <a:buNone/>
            </a:pPr>
            <a:r>
              <a: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rPr>
              <a:t>Client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A55B6A-E113-B74C-B278-9DA0966EA796}"/>
              </a:ext>
            </a:extLst>
          </p:cNvPr>
          <p:cNvSpPr txBox="1"/>
          <p:nvPr/>
        </p:nvSpPr>
        <p:spPr>
          <a:xfrm>
            <a:off x="2703583" y="832061"/>
            <a:ext cx="1625600" cy="180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spcAft>
                <a:spcPts val="100"/>
              </a:spcAft>
              <a:buFont typeface="Arial"/>
              <a:buNone/>
            </a:pPr>
            <a:r>
              <a: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rPr>
              <a:t>SSA Case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99891E-BC9A-A94E-8EFA-4D9407A04998}"/>
              </a:ext>
            </a:extLst>
          </p:cNvPr>
          <p:cNvSpPr txBox="1"/>
          <p:nvPr/>
        </p:nvSpPr>
        <p:spPr>
          <a:xfrm>
            <a:off x="7630037" y="832260"/>
            <a:ext cx="1996775" cy="1807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spcAft>
                <a:spcPts val="100"/>
              </a:spcAft>
              <a:buFont typeface="Arial"/>
              <a:buNone/>
            </a:pPr>
            <a:r>
              <a: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rPr>
              <a:t>Project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AB62-FEBB-2641-9B3A-F8DD40F52D16}"/>
              </a:ext>
            </a:extLst>
          </p:cNvPr>
          <p:cNvCxnSpPr>
            <a:cxnSpLocks/>
          </p:cNvCxnSpPr>
          <p:nvPr/>
        </p:nvCxnSpPr>
        <p:spPr>
          <a:xfrm>
            <a:off x="0" y="513560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 Placeholder 94">
            <a:extLst>
              <a:ext uri="{FF2B5EF4-FFF2-40B4-BE49-F238E27FC236}">
                <a16:creationId xmlns:a16="http://schemas.microsoft.com/office/drawing/2014/main" id="{EC497909-8D39-D34C-AE49-064BDEB1C6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5091" y="1277312"/>
            <a:ext cx="2042584" cy="1019470"/>
          </a:xfrm>
          <a:prstGeom prst="rect">
            <a:avLst/>
          </a:prstGeom>
          <a:ln w="6350">
            <a:noFill/>
          </a:ln>
        </p:spPr>
        <p:txBody>
          <a:bodyPr anchor="ctr" anchorCtr="0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  <a:lvl2pPr marL="123825" indent="0" algn="ctr"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94">
            <a:extLst>
              <a:ext uri="{FF2B5EF4-FFF2-40B4-BE49-F238E27FC236}">
                <a16:creationId xmlns:a16="http://schemas.microsoft.com/office/drawing/2014/main" id="{575E206F-C1C8-6E49-8367-DAABEFC997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95091" y="2611963"/>
            <a:ext cx="2042584" cy="1019470"/>
          </a:xfrm>
          <a:prstGeom prst="rect">
            <a:avLst/>
          </a:prstGeom>
          <a:ln w="6350">
            <a:noFill/>
          </a:ln>
        </p:spPr>
        <p:txBody>
          <a:bodyPr anchor="ctr" anchorCtr="0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  <a:lvl2pPr marL="123825" indent="0" algn="ctr"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94">
            <a:extLst>
              <a:ext uri="{FF2B5EF4-FFF2-40B4-BE49-F238E27FC236}">
                <a16:creationId xmlns:a16="http://schemas.microsoft.com/office/drawing/2014/main" id="{E6FEF878-6848-4441-85DB-FFED93F010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95091" y="3946887"/>
            <a:ext cx="2042584" cy="1019470"/>
          </a:xfrm>
          <a:prstGeom prst="rect">
            <a:avLst/>
          </a:prstGeom>
          <a:ln w="6350">
            <a:noFill/>
          </a:ln>
        </p:spPr>
        <p:txBody>
          <a:bodyPr anchor="ctr" anchorCtr="0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  <a:lvl2pPr marL="123825" indent="0" algn="ctr"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4">
            <a:extLst>
              <a:ext uri="{FF2B5EF4-FFF2-40B4-BE49-F238E27FC236}">
                <a16:creationId xmlns:a16="http://schemas.microsoft.com/office/drawing/2014/main" id="{3F664C96-FF3D-D843-85E5-AE3DDC20F8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95091" y="5298659"/>
            <a:ext cx="2042584" cy="1019470"/>
          </a:xfrm>
          <a:prstGeom prst="rect">
            <a:avLst/>
          </a:prstGeom>
          <a:ln w="6350">
            <a:noFill/>
          </a:ln>
        </p:spPr>
        <p:txBody>
          <a:bodyPr anchor="ctr" anchorCtr="0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  <a:lvl2pPr marL="123825" indent="0" algn="ctr"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62F79A-1E0F-BF4C-8283-8726FBA24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91590" y="1192687"/>
            <a:ext cx="7085887" cy="1188720"/>
          </a:xfrm>
          <a:prstGeom prst="rect">
            <a:avLst/>
          </a:prstGeom>
        </p:spPr>
        <p:txBody>
          <a:bodyPr lIns="45720" rIns="45720"/>
          <a:lstStyle>
            <a:lvl1pPr>
              <a:defRPr sz="105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050"/>
            </a:lvl4pPr>
            <a:lvl5pPr>
              <a:defRPr sz="1050"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2075F87-D11E-BF46-A657-5E6FE3377E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1590" y="2527338"/>
            <a:ext cx="7085887" cy="1188720"/>
          </a:xfrm>
          <a:prstGeom prst="rect">
            <a:avLst/>
          </a:prstGeom>
        </p:spPr>
        <p:txBody>
          <a:bodyPr lIns="45720" rIns="45720"/>
          <a:lstStyle>
            <a:lvl1pPr>
              <a:defRPr sz="105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050"/>
            </a:lvl4pPr>
            <a:lvl5pPr>
              <a:defRPr sz="1050"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2FDBE78C-1193-384B-BB85-08B0580B61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91590" y="3862262"/>
            <a:ext cx="7085887" cy="1188720"/>
          </a:xfrm>
          <a:prstGeom prst="rect">
            <a:avLst/>
          </a:prstGeom>
        </p:spPr>
        <p:txBody>
          <a:bodyPr lIns="45720" rIns="45720"/>
          <a:lstStyle>
            <a:lvl1pPr>
              <a:defRPr sz="105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050"/>
            </a:lvl4pPr>
            <a:lvl5pPr>
              <a:defRPr sz="1050"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C144F837-1D14-D84F-936C-6C23534B1B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1590" y="5214034"/>
            <a:ext cx="7085887" cy="1188720"/>
          </a:xfrm>
          <a:prstGeom prst="rect">
            <a:avLst/>
          </a:prstGeom>
        </p:spPr>
        <p:txBody>
          <a:bodyPr lIns="45720" rIns="45720"/>
          <a:lstStyle>
            <a:lvl1pPr>
              <a:defRPr sz="105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050"/>
            </a:lvl4pPr>
            <a:lvl5pPr>
              <a:defRPr sz="1050"/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438410D-43F2-3145-8D33-09A1328B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0428270-BBD7-0F4D-9750-297A4D64935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98D5F-CA2A-45E8-83FE-6FBA053488DC}"/>
              </a:ext>
            </a:extLst>
          </p:cNvPr>
          <p:cNvSpPr/>
          <p:nvPr/>
        </p:nvSpPr>
        <p:spPr>
          <a:xfrm>
            <a:off x="2241176" y="1106905"/>
            <a:ext cx="9950824" cy="5374573"/>
          </a:xfrm>
          <a:prstGeom prst="rect">
            <a:avLst/>
          </a:prstGeom>
          <a:solidFill>
            <a:schemeClr val="bg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0" i="0">
              <a:latin typeface="Lucida Sans" panose="020B0602030504020204" pitchFamily="34" charset="77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3AE02C-B514-4F9C-A1A0-4B63221DB8A9}"/>
              </a:ext>
            </a:extLst>
          </p:cNvPr>
          <p:cNvCxnSpPr>
            <a:cxnSpLocks/>
          </p:cNvCxnSpPr>
          <p:nvPr/>
        </p:nvCxnSpPr>
        <p:spPr>
          <a:xfrm>
            <a:off x="0" y="1098884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8208CA-16CB-43A7-8994-D3488DABE0E7}"/>
              </a:ext>
            </a:extLst>
          </p:cNvPr>
          <p:cNvCxnSpPr>
            <a:cxnSpLocks/>
          </p:cNvCxnSpPr>
          <p:nvPr/>
        </p:nvCxnSpPr>
        <p:spPr>
          <a:xfrm>
            <a:off x="0" y="2444458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2F89A83-0191-4AA6-8162-AC661281D177}"/>
              </a:ext>
            </a:extLst>
          </p:cNvPr>
          <p:cNvCxnSpPr>
            <a:cxnSpLocks/>
          </p:cNvCxnSpPr>
          <p:nvPr/>
        </p:nvCxnSpPr>
        <p:spPr>
          <a:xfrm>
            <a:off x="0" y="3790032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2E9C33-4F9D-43F0-92CA-55991DCAFF4E}"/>
              </a:ext>
            </a:extLst>
          </p:cNvPr>
          <p:cNvCxnSpPr>
            <a:cxnSpLocks/>
          </p:cNvCxnSpPr>
          <p:nvPr/>
        </p:nvCxnSpPr>
        <p:spPr>
          <a:xfrm>
            <a:off x="0" y="6481181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1F5517-318A-4558-B6AC-3E583DCBEB46}"/>
              </a:ext>
            </a:extLst>
          </p:cNvPr>
          <p:cNvSpPr txBox="1"/>
          <p:nvPr/>
        </p:nvSpPr>
        <p:spPr>
          <a:xfrm>
            <a:off x="238172" y="832061"/>
            <a:ext cx="1625600" cy="180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spcAft>
                <a:spcPts val="100"/>
              </a:spcAft>
              <a:buFont typeface="Arial"/>
              <a:buNone/>
            </a:pPr>
            <a:r>
              <a: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rPr>
              <a:t>Client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08D662-9274-45D8-8DED-4081471A990B}"/>
              </a:ext>
            </a:extLst>
          </p:cNvPr>
          <p:cNvSpPr txBox="1"/>
          <p:nvPr/>
        </p:nvSpPr>
        <p:spPr>
          <a:xfrm>
            <a:off x="2703583" y="832061"/>
            <a:ext cx="1625600" cy="180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spcAft>
                <a:spcPts val="100"/>
              </a:spcAft>
              <a:buFont typeface="Arial"/>
              <a:buNone/>
            </a:pPr>
            <a:r>
              <a: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rPr>
              <a:t>SSA Case Study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2BF6C8-63C1-4C08-BA24-3FEAFD3940EE}"/>
              </a:ext>
            </a:extLst>
          </p:cNvPr>
          <p:cNvSpPr txBox="1"/>
          <p:nvPr/>
        </p:nvSpPr>
        <p:spPr>
          <a:xfrm>
            <a:off x="7630037" y="832260"/>
            <a:ext cx="1996775" cy="1807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spcAft>
                <a:spcPts val="100"/>
              </a:spcAft>
              <a:buFont typeface="Arial"/>
              <a:buNone/>
            </a:pPr>
            <a:r>
              <a: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rPr>
              <a:t>Project Overview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8CE258-CCB3-4214-A6D4-D4EABDD364BA}"/>
              </a:ext>
            </a:extLst>
          </p:cNvPr>
          <p:cNvCxnSpPr>
            <a:cxnSpLocks/>
          </p:cNvCxnSpPr>
          <p:nvPr/>
        </p:nvCxnSpPr>
        <p:spPr>
          <a:xfrm>
            <a:off x="0" y="513560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316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- Team Bi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CBD0EF3-0E9F-9541-A157-44BA4B826D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1181" y="789475"/>
            <a:ext cx="3474720" cy="192024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3D832C80-B0BC-6144-AAEC-EFAA2CA7CA1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61625" y="789475"/>
            <a:ext cx="3474720" cy="192024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0736A8F5-FBC4-284F-8F23-5DC3222E0E3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332069" y="789475"/>
            <a:ext cx="3474720" cy="192024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A9B7217-C537-7440-8526-1AA09FA23E6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8135" y="3272679"/>
            <a:ext cx="3640812" cy="324242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123825" indent="0">
              <a:buFontTx/>
              <a:buNone/>
              <a:defRPr sz="1200"/>
            </a:lvl2pPr>
          </a:lstStyle>
          <a:p>
            <a:pPr lvl="0"/>
            <a:r>
              <a:rPr lang="en-US"/>
              <a:t>Second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0F8B6-7203-CE49-ADC2-C1909991C71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1181" y="2757759"/>
            <a:ext cx="3474720" cy="474574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400" b="1"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D0ACCE5-8380-E14F-920A-BDD1B4E4FF5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61626" y="2757759"/>
            <a:ext cx="3474719" cy="474574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400" b="1"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72DFC3D-A492-AA41-9C8B-741CC84EF1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32071" y="2757759"/>
            <a:ext cx="3474717" cy="474574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400" b="1"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1693839-C854-5846-A7D6-2C1AB8327B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78579" y="3272679"/>
            <a:ext cx="3640812" cy="324242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123825" indent="0">
              <a:buFontTx/>
              <a:buNone/>
              <a:defRPr sz="1200"/>
            </a:lvl2pPr>
          </a:lstStyle>
          <a:p>
            <a:pPr lvl="0"/>
            <a:r>
              <a:rPr lang="en-US"/>
              <a:t>Second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79FF469-1C56-C34E-93A0-A49F8C94590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249023" y="3272678"/>
            <a:ext cx="3640812" cy="3242421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 marL="123825" indent="0">
              <a:buFontTx/>
              <a:buNone/>
              <a:defRPr sz="1200"/>
            </a:lvl2pPr>
          </a:lstStyle>
          <a:p>
            <a:pPr lvl="0"/>
            <a:r>
              <a:rPr lang="en-US"/>
              <a:t>Second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89E3D8-3F8F-3F46-BB85-C01723DE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7A9D-E78F-DC44-8AA4-E07CA35245A6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2705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- Team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CBD0EF3-0E9F-9541-A157-44BA4B826D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" y="969504"/>
            <a:ext cx="1261533" cy="977900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C66CF-F88B-F946-A56D-6592A0B635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" y="2439506"/>
            <a:ext cx="1261533" cy="977900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73FD4D3A-9CF2-DE43-9963-F8D9112F31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4800" y="3860537"/>
            <a:ext cx="1261533" cy="977900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027A8549-734C-104B-B52D-D0D6143CC7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800" y="5303257"/>
            <a:ext cx="1261533" cy="977900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1600"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42713D9-53B2-8E41-99D3-9B28186548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6034" y="901855"/>
            <a:ext cx="2425700" cy="229453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3E6982-F496-0B40-82CD-21F12C35B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034" y="1182107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876A38C-331B-5046-B329-8C42B8647B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6034" y="1588080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Education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B749A62-ED7D-434A-8D5B-B12CB7BE0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6034" y="2375055"/>
            <a:ext cx="2425700" cy="229453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3A41A30-A0F5-AE4F-8E32-48CD327C17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6034" y="2655307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AF0C2FFC-1982-504B-A410-B009C1B05D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6034" y="3061280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Education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F3FA27-9597-9243-BA3F-D1DCB4C542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06034" y="3787295"/>
            <a:ext cx="2425700" cy="229453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248362D-FC69-8F41-9041-8FDCB12EB2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06034" y="4067547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EF43793-A5E6-3840-8481-DAD90C4384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6034" y="4473520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Education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53EC1CD1-9327-B84B-AB94-CD957CF37A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6034" y="5230015"/>
            <a:ext cx="2425700" cy="229453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accent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31BF855C-4751-C34F-A10A-BDF99F2805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06034" y="5510267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6B9A54D-4E14-8E41-909F-CD68206EF1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06034" y="5916240"/>
            <a:ext cx="2425700" cy="365760"/>
          </a:xfrm>
          <a:prstGeom prst="rect">
            <a:avLst/>
          </a:prstGeom>
          <a:ln w="6350">
            <a:noFill/>
          </a:ln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Education</a:t>
            </a:r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BFEBED0C-A12D-E249-B4F9-27D848E477F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4501" y="804759"/>
            <a:ext cx="7632700" cy="1345259"/>
          </a:xfrm>
          <a:prstGeom prst="rect">
            <a:avLst/>
          </a:prstGeom>
          <a:ln w="6350">
            <a:noFill/>
          </a:ln>
        </p:spPr>
        <p:txBody>
          <a:bodyPr lIns="45720" rIns="45720" anchor="ctr" anchorCtr="0"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8">
            <a:extLst>
              <a:ext uri="{FF2B5EF4-FFF2-40B4-BE49-F238E27FC236}">
                <a16:creationId xmlns:a16="http://schemas.microsoft.com/office/drawing/2014/main" id="{A2391AD9-30E9-F94C-A5FA-CA61F570EA4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54501" y="2247266"/>
            <a:ext cx="7632700" cy="1345259"/>
          </a:xfrm>
          <a:prstGeom prst="rect">
            <a:avLst/>
          </a:prstGeom>
          <a:ln w="6350">
            <a:noFill/>
          </a:ln>
        </p:spPr>
        <p:txBody>
          <a:bodyPr lIns="45720" rIns="45720" anchor="ctr" anchorCtr="0">
            <a:normAutofit/>
          </a:bodyPr>
          <a:lstStyle>
            <a:lvl1pPr>
              <a:defRPr lang="en-US" sz="12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8">
            <a:extLst>
              <a:ext uri="{FF2B5EF4-FFF2-40B4-BE49-F238E27FC236}">
                <a16:creationId xmlns:a16="http://schemas.microsoft.com/office/drawing/2014/main" id="{9C2C2E8A-10DD-B543-B319-8C59976CA49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54501" y="3676858"/>
            <a:ext cx="7632700" cy="1345259"/>
          </a:xfrm>
          <a:prstGeom prst="rect">
            <a:avLst/>
          </a:prstGeom>
          <a:ln w="6350">
            <a:noFill/>
          </a:ln>
        </p:spPr>
        <p:txBody>
          <a:bodyPr lIns="45720" rIns="45720" anchor="ctr" anchorCtr="0">
            <a:normAutofit/>
          </a:bodyPr>
          <a:lstStyle>
            <a:lvl1pPr>
              <a:defRPr lang="en-US" sz="12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EC189CF7-95FC-B549-9A2D-EA2C7FBD28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54501" y="5132134"/>
            <a:ext cx="7632700" cy="1345259"/>
          </a:xfrm>
          <a:prstGeom prst="rect">
            <a:avLst/>
          </a:prstGeom>
          <a:ln w="6350">
            <a:noFill/>
          </a:ln>
        </p:spPr>
        <p:txBody>
          <a:bodyPr lIns="45720" rIns="45720" anchor="ctr" anchorCtr="0">
            <a:normAutofit/>
          </a:bodyPr>
          <a:lstStyle>
            <a:lvl1pPr>
              <a:defRPr lang="en-US" sz="12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BE2941-C142-264E-8C83-64E196D557F3}"/>
              </a:ext>
            </a:extLst>
          </p:cNvPr>
          <p:cNvCxnSpPr>
            <a:cxnSpLocks/>
          </p:cNvCxnSpPr>
          <p:nvPr/>
        </p:nvCxnSpPr>
        <p:spPr>
          <a:xfrm>
            <a:off x="-15329" y="2200818"/>
            <a:ext cx="1220732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9EDD29-0941-3F4C-AAFA-B7AA4EBE814F}"/>
              </a:ext>
            </a:extLst>
          </p:cNvPr>
          <p:cNvCxnSpPr>
            <a:cxnSpLocks/>
          </p:cNvCxnSpPr>
          <p:nvPr/>
        </p:nvCxnSpPr>
        <p:spPr>
          <a:xfrm>
            <a:off x="-15329" y="3638971"/>
            <a:ext cx="1220732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491415-FE9B-9E44-8A9A-47AB869CCAFF}"/>
              </a:ext>
            </a:extLst>
          </p:cNvPr>
          <p:cNvCxnSpPr>
            <a:cxnSpLocks/>
          </p:cNvCxnSpPr>
          <p:nvPr/>
        </p:nvCxnSpPr>
        <p:spPr>
          <a:xfrm>
            <a:off x="-15329" y="5077124"/>
            <a:ext cx="1220732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769F88A-3C8B-0C40-876A-A2DFD86E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A73AA-E738-4141-856D-6DA8E8491408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D4B5AC-10DF-4825-A64D-D9E51EE1517F}"/>
              </a:ext>
            </a:extLst>
          </p:cNvPr>
          <p:cNvCxnSpPr>
            <a:cxnSpLocks/>
          </p:cNvCxnSpPr>
          <p:nvPr/>
        </p:nvCxnSpPr>
        <p:spPr>
          <a:xfrm>
            <a:off x="-15329" y="2200818"/>
            <a:ext cx="1220732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7A604F-D38D-41C6-B35A-47D970D9CB64}"/>
              </a:ext>
            </a:extLst>
          </p:cNvPr>
          <p:cNvCxnSpPr>
            <a:cxnSpLocks/>
          </p:cNvCxnSpPr>
          <p:nvPr/>
        </p:nvCxnSpPr>
        <p:spPr>
          <a:xfrm>
            <a:off x="-15329" y="3638971"/>
            <a:ext cx="1220732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203B46-E8BE-49B0-97EF-7F58D64308B5}"/>
              </a:ext>
            </a:extLst>
          </p:cNvPr>
          <p:cNvCxnSpPr>
            <a:cxnSpLocks/>
          </p:cNvCxnSpPr>
          <p:nvPr/>
        </p:nvCxnSpPr>
        <p:spPr>
          <a:xfrm>
            <a:off x="-15329" y="5077124"/>
            <a:ext cx="1220732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127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38285-7E63-674E-AF2C-B02EC3F26A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5776" y="1017233"/>
            <a:ext cx="2351616" cy="107791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525E5EDC-3F3D-6841-9569-AC932B1681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776" y="3845076"/>
            <a:ext cx="2351616" cy="107791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E88609E6-5B7A-AE47-89CD-B1D3AC8C79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776" y="5093645"/>
            <a:ext cx="2351616" cy="1248569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1"/>
                </a:solidFill>
              </a:defRPr>
            </a:lvl1pPr>
            <a:lvl3pPr marL="15875" indent="0" algn="ctr">
              <a:buNone/>
              <a:tabLst>
                <a:tab pos="914400" algn="l"/>
              </a:tabLst>
              <a:defRPr/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[Short project/</a:t>
            </a:r>
            <a:br>
              <a:rPr lang="en-US"/>
            </a:br>
            <a:r>
              <a:rPr lang="en-US"/>
              <a:t>engagement description]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51DDFDE-47B8-734D-A7E2-C40519D99E7F}"/>
              </a:ext>
            </a:extLst>
          </p:cNvPr>
          <p:cNvCxnSpPr>
            <a:cxnSpLocks/>
          </p:cNvCxnSpPr>
          <p:nvPr/>
        </p:nvCxnSpPr>
        <p:spPr>
          <a:xfrm>
            <a:off x="-15329" y="3627797"/>
            <a:ext cx="1220732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5367C6D6-0000-DA4C-8F4B-06335535A2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776" y="2267052"/>
            <a:ext cx="2351616" cy="1248569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1"/>
                </a:solidFill>
              </a:defRPr>
            </a:lvl1pPr>
            <a:lvl3pPr marL="15875" indent="0" algn="ctr">
              <a:buNone/>
              <a:tabLst>
                <a:tab pos="914400" algn="l"/>
              </a:tabLst>
              <a:defRPr/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[Short project/</a:t>
            </a:r>
            <a:br>
              <a:rPr lang="en-US"/>
            </a:br>
            <a:r>
              <a:rPr lang="en-US"/>
              <a:t>engagement description]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F674A6-4DFD-0144-93E7-AFF918A0D261}"/>
              </a:ext>
            </a:extLst>
          </p:cNvPr>
          <p:cNvCxnSpPr/>
          <p:nvPr/>
        </p:nvCxnSpPr>
        <p:spPr>
          <a:xfrm>
            <a:off x="495776" y="2189018"/>
            <a:ext cx="235161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C70387-CAE8-0948-AA8A-2B829F604237}"/>
              </a:ext>
            </a:extLst>
          </p:cNvPr>
          <p:cNvCxnSpPr/>
          <p:nvPr/>
        </p:nvCxnSpPr>
        <p:spPr>
          <a:xfrm>
            <a:off x="495776" y="5001497"/>
            <a:ext cx="235161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D07BFB0-3C53-8044-8639-48F1B4551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2C36A-8F96-6A4B-AAB5-D95B503AFF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B774D3-4408-4AD8-A086-171BAD5811AE}"/>
              </a:ext>
            </a:extLst>
          </p:cNvPr>
          <p:cNvCxnSpPr>
            <a:cxnSpLocks/>
          </p:cNvCxnSpPr>
          <p:nvPr/>
        </p:nvCxnSpPr>
        <p:spPr>
          <a:xfrm>
            <a:off x="-15329" y="3627797"/>
            <a:ext cx="1220732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C7CF14-D6CF-4CC9-83C6-C941924A04CE}"/>
              </a:ext>
            </a:extLst>
          </p:cNvPr>
          <p:cNvCxnSpPr/>
          <p:nvPr/>
        </p:nvCxnSpPr>
        <p:spPr>
          <a:xfrm>
            <a:off x="495776" y="2189018"/>
            <a:ext cx="235161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906E40-9451-400D-AC02-D7C426664885}"/>
              </a:ext>
            </a:extLst>
          </p:cNvPr>
          <p:cNvCxnSpPr/>
          <p:nvPr/>
        </p:nvCxnSpPr>
        <p:spPr>
          <a:xfrm>
            <a:off x="495776" y="5001497"/>
            <a:ext cx="235161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43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705A8F-346C-AD4B-8236-CC73650E2E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776" y="866424"/>
            <a:ext cx="11391423" cy="274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Situation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6967BA1-4ADC-224D-AA04-82A69784BB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777" y="2375100"/>
            <a:ext cx="5684772" cy="27429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 Issues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124A254-E379-EB47-BE88-7A1C3E7815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6625" y="2375100"/>
            <a:ext cx="5693664" cy="2743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SSA &amp; Company Contributions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48232CA-A27A-5C4C-A19E-07A07CF778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776" y="5152479"/>
            <a:ext cx="11391423" cy="274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19ABF1CB-4490-D346-82CA-EC6CAB908F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777" y="2649390"/>
            <a:ext cx="5684772" cy="23731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45720" rIns="45720"/>
          <a:lstStyle>
            <a:lvl2pPr marL="128016" indent="-127635">
              <a:spcBef>
                <a:spcPts val="300"/>
              </a:spcBef>
              <a:defRPr sz="1200">
                <a:solidFill>
                  <a:schemeClr val="tx1"/>
                </a:solidFill>
              </a:defRPr>
            </a:lvl2pPr>
            <a:lvl3pPr marL="388620">
              <a:spcBef>
                <a:spcPts val="300"/>
              </a:spcBef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F2A9C753-7A66-294E-BE95-E5500CCCC8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86625" y="2649390"/>
            <a:ext cx="5693664" cy="23731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45720" rIns="45720"/>
          <a:lstStyle>
            <a:lvl2pPr marL="128016" indent="-127635">
              <a:spcBef>
                <a:spcPts val="300"/>
              </a:spcBef>
              <a:defRPr sz="1200">
                <a:solidFill>
                  <a:schemeClr val="tx1"/>
                </a:solidFill>
              </a:defRPr>
            </a:lvl2pPr>
            <a:lvl3pPr marL="388620">
              <a:spcBef>
                <a:spcPts val="300"/>
              </a:spcBef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B7078582-DEE0-3D4A-B8F1-983BE59D2C2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5777" y="5426679"/>
            <a:ext cx="11387328" cy="1097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45720" rIns="45720"/>
          <a:lstStyle>
            <a:lvl2pPr marL="128016" indent="-127635">
              <a:spcBef>
                <a:spcPts val="300"/>
              </a:spcBef>
              <a:defRPr sz="1200">
                <a:solidFill>
                  <a:schemeClr val="tx1"/>
                </a:solidFill>
              </a:defRPr>
            </a:lvl2pPr>
            <a:lvl3pPr marL="388620">
              <a:spcBef>
                <a:spcPts val="300"/>
              </a:spcBef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2F405137-7DC8-5845-A49C-DDB1E5A680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95777" y="1147847"/>
            <a:ext cx="11387328" cy="1097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45720" rIns="45720"/>
          <a:lstStyle>
            <a:lvl2pPr marL="128016" indent="-127635">
              <a:spcBef>
                <a:spcPts val="300"/>
              </a:spcBef>
              <a:defRPr sz="1200">
                <a:solidFill>
                  <a:schemeClr val="tx1"/>
                </a:solidFill>
              </a:defRPr>
            </a:lvl2pPr>
            <a:lvl3pPr marL="388620">
              <a:spcBef>
                <a:spcPts val="300"/>
              </a:spcBef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4054FB-A82A-7E49-8465-7E856DF1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3F5E3-1186-A141-A798-E2CF470CD85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2750554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6623119-E6DC-DA40-BD49-1E58D775A24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78CA336-4924-4B48-944E-468808B4AA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468" y="101600"/>
            <a:ext cx="1502833" cy="1036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20E376-431A-4F46-880A-A070BD2DE6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3457" y="843990"/>
            <a:ext cx="4136644" cy="2217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26A7B77C-C21C-6B44-A78F-BBDE744054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43456" y="146304"/>
            <a:ext cx="4149939" cy="25739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  <a:p>
            <a:pPr lvl="0"/>
            <a:endParaRPr lang="en-US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4C9A3F3-F491-1F4A-95D8-655B0DBF8B97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48673" y="5445499"/>
            <a:ext cx="5744633" cy="257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en-US"/>
              <a:t>Education and Qualifications</a:t>
            </a:r>
          </a:p>
        </p:txBody>
      </p:sp>
      <p:sp>
        <p:nvSpPr>
          <p:cNvPr id="28" name="Content Placeholder 24">
            <a:extLst>
              <a:ext uri="{FF2B5EF4-FFF2-40B4-BE49-F238E27FC236}">
                <a16:creationId xmlns:a16="http://schemas.microsoft.com/office/drawing/2014/main" id="{8E2C0A77-0024-8148-8885-DFEEA0739FA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6283377" y="146304"/>
            <a:ext cx="5744633" cy="234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en-US"/>
              <a:t>Selected Relevant Experience</a:t>
            </a:r>
          </a:p>
        </p:txBody>
      </p:sp>
      <p:sp>
        <p:nvSpPr>
          <p:cNvPr id="31" name="Content Placeholder 24">
            <a:extLst>
              <a:ext uri="{FF2B5EF4-FFF2-40B4-BE49-F238E27FC236}">
                <a16:creationId xmlns:a16="http://schemas.microsoft.com/office/drawing/2014/main" id="{A858CE0A-8AA5-A648-8305-6C2399C01F4B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83375" y="4338631"/>
            <a:ext cx="5743627" cy="234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en-US"/>
              <a:t>Select Clients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8F2BFD2-A1A6-5944-88EE-F298FA45A7E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35468" y="1412502"/>
            <a:ext cx="5744633" cy="18026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A05B8519-525F-FA4B-A548-23E3DCCE7B3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48673" y="3373906"/>
            <a:ext cx="5731428" cy="19202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DB34E2A-B95A-7B46-A917-3FFE57C2AA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48672" y="5771037"/>
            <a:ext cx="5757837" cy="50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0EE3A81-F13F-314E-88E5-93EC8A42162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83378" y="4627300"/>
            <a:ext cx="5744633" cy="1879600"/>
          </a:xfrm>
          <a:prstGeom prst="rect">
            <a:avLst/>
          </a:prstGeom>
        </p:spPr>
        <p:txBody>
          <a:bodyPr wrap="square" numCol="2" spcCol="457200">
            <a:normAutofit/>
          </a:bodyPr>
          <a:lstStyle>
            <a:lvl1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6CBA748E-EF1C-544C-845B-8934C75D63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743456" y="444896"/>
            <a:ext cx="4149939" cy="25739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8E8CA885-89A0-504B-B9C8-27E112185EA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283376" y="444897"/>
            <a:ext cx="5744633" cy="3676181"/>
          </a:xfrm>
          <a:prstGeom prst="rect">
            <a:avLst/>
          </a:prstGeom>
        </p:spPr>
        <p:txBody>
          <a:bodyPr>
            <a:normAutofit/>
          </a:bodyPr>
          <a:lstStyle>
            <a:lvl1pPr marL="173736" indent="-173736"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60D118-FCD5-4242-8011-B0DE0799C7FA}"/>
              </a:ext>
            </a:extLst>
          </p:cNvPr>
          <p:cNvSpPr/>
          <p:nvPr/>
        </p:nvSpPr>
        <p:spPr>
          <a:xfrm>
            <a:off x="6096000" y="6579614"/>
            <a:ext cx="2963333" cy="23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D70434-13F6-44D3-9A25-5A9380EC4FF9}"/>
              </a:ext>
            </a:extLst>
          </p:cNvPr>
          <p:cNvSpPr/>
          <p:nvPr/>
        </p:nvSpPr>
        <p:spPr>
          <a:xfrm>
            <a:off x="6096000" y="6579614"/>
            <a:ext cx="2963333" cy="234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055016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1" descr="Picture 11">
            <a:extLst>
              <a:ext uri="{FF2B5EF4-FFF2-40B4-BE49-F238E27FC236}">
                <a16:creationId xmlns:a16="http://schemas.microsoft.com/office/drawing/2014/main" id="{B1947963-26F7-3B4B-90D9-9F4F42973D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607807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35C9DA-9107-EB40-919F-8F830F09F6EE}"/>
              </a:ext>
            </a:extLst>
          </p:cNvPr>
          <p:cNvSpPr txBox="1"/>
          <p:nvPr/>
        </p:nvSpPr>
        <p:spPr>
          <a:xfrm>
            <a:off x="9109984" y="6572729"/>
            <a:ext cx="3901440" cy="221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solidFill>
                  <a:schemeClr val="accent1"/>
                </a:solidFill>
                <a:latin typeface="Avenir Next LT Pro" panose="020B0504020202020204" pitchFamily="34" charset="77"/>
                <a:ea typeface="+mn-ea"/>
                <a:cs typeface="+mn-cs"/>
              </a:rPr>
              <a:t>© SSA &amp; Company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kern="1200">
              <a:solidFill>
                <a:schemeClr val="accent1"/>
              </a:solidFill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DBD43-D974-514C-BC6E-295F89E0C213}"/>
              </a:ext>
            </a:extLst>
          </p:cNvPr>
          <p:cNvSpPr txBox="1"/>
          <p:nvPr/>
        </p:nvSpPr>
        <p:spPr>
          <a:xfrm>
            <a:off x="7139583" y="2237984"/>
            <a:ext cx="4571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C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lients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at the core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R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espect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&amp; strong relationships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E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xpert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problem-solving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A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ccountability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for results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T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ransparency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and trust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E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xponential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CFA33-8D42-2C4B-9C14-4D61E77AAFC4}"/>
              </a:ext>
            </a:extLst>
          </p:cNvPr>
          <p:cNvSpPr txBox="1"/>
          <p:nvPr/>
        </p:nvSpPr>
        <p:spPr>
          <a:xfrm>
            <a:off x="1043583" y="3716773"/>
            <a:ext cx="3901440" cy="3743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800" b="0" i="0" u="sng">
                <a:solidFill>
                  <a:schemeClr val="tx2"/>
                </a:solidFill>
                <a:latin typeface="Avenir Next LT Pro" panose="020B0504020202020204" pitchFamily="34" charset="77"/>
                <a:hlinkClick r:id="rId3"/>
              </a:rPr>
              <a:t>www.ssaandco.com</a:t>
            </a:r>
            <a:endParaRPr lang="en-US" sz="1800" b="0" i="0" u="sng">
              <a:solidFill>
                <a:schemeClr val="tx2"/>
              </a:solidFill>
              <a:latin typeface="Avenir Next LT Pro" panose="020B0504020202020204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02306D-7D8D-0640-861F-5BADD040E0AA}"/>
              </a:ext>
            </a:extLst>
          </p:cNvPr>
          <p:cNvGrpSpPr/>
          <p:nvPr/>
        </p:nvGrpSpPr>
        <p:grpSpPr>
          <a:xfrm>
            <a:off x="1043583" y="2139185"/>
            <a:ext cx="3901440" cy="1074032"/>
            <a:chOff x="1043583" y="2139185"/>
            <a:chExt cx="3901440" cy="10740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992106D-09B8-8B48-848C-32E3C409E681}"/>
                </a:ext>
              </a:extLst>
            </p:cNvPr>
            <p:cNvSpPr txBox="1"/>
            <p:nvPr/>
          </p:nvSpPr>
          <p:spPr>
            <a:xfrm>
              <a:off x="1043583" y="2720774"/>
              <a:ext cx="390144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  <a:t>685 Third Avenue </a:t>
              </a:r>
              <a:b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</a:br>
              <a: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  <a:t>Floor 22</a:t>
              </a:r>
            </a:p>
            <a:p>
              <a:pPr algn="ctr"/>
              <a: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  <a:t>New York, NY 10017</a:t>
              </a:r>
            </a:p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0" i="0" kern="1200">
                  <a:solidFill>
                    <a:schemeClr val="accent1"/>
                  </a:solidFill>
                  <a:latin typeface="Avenir Next LT Pro" panose="020B0504020202020204" pitchFamily="34" charset="77"/>
                  <a:ea typeface="+mn-ea"/>
                  <a:cs typeface="+mn-cs"/>
                </a:rPr>
                <a:t>(212) 332-3790</a:t>
              </a:r>
            </a:p>
            <a:p>
              <a:pPr algn="ctr"/>
              <a:endPara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778B06-4F32-46A5-B42B-85729BCA5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03355" y="2139185"/>
              <a:ext cx="2781896" cy="438912"/>
            </a:xfrm>
            <a:prstGeom prst="rect">
              <a:avLst/>
            </a:prstGeom>
          </p:spPr>
        </p:pic>
      </p:grpSp>
      <p:pic>
        <p:nvPicPr>
          <p:cNvPr id="9" name="Picture 11" descr="Picture 11">
            <a:extLst>
              <a:ext uri="{FF2B5EF4-FFF2-40B4-BE49-F238E27FC236}">
                <a16:creationId xmlns:a16="http://schemas.microsoft.com/office/drawing/2014/main" id="{B1483BE9-97D3-49C3-939D-9BC756BD78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607807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25F04E-C89B-40AE-9104-FD467DBA41C4}"/>
              </a:ext>
            </a:extLst>
          </p:cNvPr>
          <p:cNvSpPr txBox="1"/>
          <p:nvPr/>
        </p:nvSpPr>
        <p:spPr>
          <a:xfrm>
            <a:off x="9109984" y="6572729"/>
            <a:ext cx="3901440" cy="2216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solidFill>
                  <a:schemeClr val="accent1"/>
                </a:solidFill>
                <a:latin typeface="Avenir Next LT Pro" panose="020B0504020202020204" pitchFamily="34" charset="77"/>
                <a:ea typeface="+mn-ea"/>
                <a:cs typeface="+mn-cs"/>
              </a:rPr>
              <a:t>© SSA &amp; Company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kern="1200">
              <a:solidFill>
                <a:schemeClr val="accent1"/>
              </a:solidFill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089FD-C552-4993-8B4A-80CB033E12DD}"/>
              </a:ext>
            </a:extLst>
          </p:cNvPr>
          <p:cNvSpPr txBox="1"/>
          <p:nvPr/>
        </p:nvSpPr>
        <p:spPr>
          <a:xfrm>
            <a:off x="7139583" y="2237984"/>
            <a:ext cx="4571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C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lients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at the core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R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espect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&amp; strong relationships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E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xpert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problem-solving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A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ccountability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for results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T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ransparency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and trust</a:t>
            </a:r>
          </a:p>
          <a:p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E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xponential</a:t>
            </a:r>
            <a:r>
              <a:rPr lang="en-US" sz="1800" b="1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 </a:t>
            </a:r>
            <a:r>
              <a:rPr lang="en-US" sz="1800" kern="1200">
                <a:solidFill>
                  <a:schemeClr val="accent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returns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3D866-9D18-4768-A17A-6C789F0F1AA6}"/>
              </a:ext>
            </a:extLst>
          </p:cNvPr>
          <p:cNvSpPr txBox="1"/>
          <p:nvPr/>
        </p:nvSpPr>
        <p:spPr>
          <a:xfrm>
            <a:off x="1043583" y="3716773"/>
            <a:ext cx="3901440" cy="3743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800" b="0" i="0" u="sng">
                <a:solidFill>
                  <a:schemeClr val="tx2"/>
                </a:solidFill>
                <a:latin typeface="Avenir Next LT Pro" panose="020B0504020202020204" pitchFamily="34" charset="77"/>
                <a:hlinkClick r:id="rId3"/>
              </a:rPr>
              <a:t>www.ssaandco.com</a:t>
            </a:r>
            <a:endParaRPr lang="en-US" sz="1800" b="0" i="0" u="sng">
              <a:solidFill>
                <a:schemeClr val="tx2"/>
              </a:solidFill>
              <a:latin typeface="Avenir Next LT Pro" panose="020B0504020202020204" pitchFamily="34" charset="77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97F836-0399-442B-B8CF-EE783584A21E}"/>
              </a:ext>
            </a:extLst>
          </p:cNvPr>
          <p:cNvGrpSpPr/>
          <p:nvPr/>
        </p:nvGrpSpPr>
        <p:grpSpPr>
          <a:xfrm>
            <a:off x="1043583" y="2139185"/>
            <a:ext cx="3901440" cy="1074032"/>
            <a:chOff x="1043583" y="2139185"/>
            <a:chExt cx="3901440" cy="10740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46E7BCB-B4C4-4C1E-A7C1-04CDDF842DBA}"/>
                </a:ext>
              </a:extLst>
            </p:cNvPr>
            <p:cNvSpPr txBox="1"/>
            <p:nvPr/>
          </p:nvSpPr>
          <p:spPr>
            <a:xfrm>
              <a:off x="1043583" y="2720774"/>
              <a:ext cx="3901440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  <a:t>685 Third Avenue </a:t>
              </a:r>
              <a:b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</a:br>
              <a: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  <a:t>Floor 22</a:t>
              </a:r>
            </a:p>
            <a:p>
              <a:pPr algn="ctr"/>
              <a:r>
                <a:rPr lang="en-US" sz="1600" b="0" i="0">
                  <a:solidFill>
                    <a:schemeClr val="accent1"/>
                  </a:solidFill>
                  <a:latin typeface="Avenir Next LT Pro" panose="020B0504020202020204" pitchFamily="34" charset="77"/>
                </a:rPr>
                <a:t>New York, NY 10017</a:t>
              </a:r>
            </a:p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0" i="0" kern="1200">
                  <a:solidFill>
                    <a:schemeClr val="accent1"/>
                  </a:solidFill>
                  <a:latin typeface="Avenir Next LT Pro" panose="020B0504020202020204" pitchFamily="34" charset="77"/>
                  <a:ea typeface="+mn-ea"/>
                  <a:cs typeface="+mn-cs"/>
                </a:rPr>
                <a:t>(212) 332-3790</a:t>
              </a:r>
            </a:p>
            <a:p>
              <a:pPr algn="ctr"/>
              <a:endParaRPr lang="en-US" sz="1600" b="0" i="0">
                <a:solidFill>
                  <a:schemeClr val="accent1"/>
                </a:solidFill>
                <a:latin typeface="Avenir Next LT Pro" panose="020B0504020202020204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F1AEEBF-36AA-4A4C-885B-027C091A5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03355" y="2139185"/>
              <a:ext cx="2781896" cy="438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0794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1514C-A2F9-1E4A-BA78-1D55A49561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679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7D8BFCF-5B6C-48E5-B8CF-5B0FEE5CD624}"/>
              </a:ext>
            </a:extLst>
          </p:cNvPr>
          <p:cNvGraphicFramePr>
            <a:graphicFrameLocks noChangeAspect="1"/>
          </p:cNvGraphicFramePr>
          <p:nvPr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646519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95" imgH="394" progId="TCLayout.ActiveDocument.1">
                  <p:embed/>
                </p:oleObj>
              </mc:Choice>
              <mc:Fallback>
                <p:oleObj name="think-cell Slide" r:id="rId25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7D8BFCF-5B6C-48E5-B8CF-5B0FEE5CD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FB0AD-FEDF-2A46-805E-57D6CB16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34" y="203419"/>
            <a:ext cx="11373817" cy="4663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41D56-006E-5147-82F2-A94B357ACE68}"/>
              </a:ext>
            </a:extLst>
          </p:cNvPr>
          <p:cNvSpPr txBox="1"/>
          <p:nvPr/>
        </p:nvSpPr>
        <p:spPr>
          <a:xfrm>
            <a:off x="10968076" y="6652616"/>
            <a:ext cx="90940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DEC7FB26-3449-2F48-A7B5-A141DAB07419}" type="slidenum">
              <a:rPr lang="en-US" sz="900" b="0" i="0">
                <a:solidFill>
                  <a:schemeClr val="tx1"/>
                </a:solidFill>
                <a:latin typeface="Avenir Next LT Pro" panose="020B0504020202020204" pitchFamily="34" charset="77"/>
              </a:rPr>
              <a:pPr algn="r"/>
              <a:t>‹#›</a:t>
            </a:fld>
            <a:endParaRPr lang="en-US" sz="9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45218-9C7A-2C42-8554-6884298AF167}"/>
              </a:ext>
            </a:extLst>
          </p:cNvPr>
          <p:cNvSpPr/>
          <p:nvPr/>
        </p:nvSpPr>
        <p:spPr>
          <a:xfrm>
            <a:off x="314523" y="161219"/>
            <a:ext cx="137713" cy="5486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algn="ctr">
              <a:spcAft>
                <a:spcPts val="42"/>
              </a:spcAft>
            </a:pPr>
            <a:endParaRPr lang="en-US" sz="1600" b="1" spc="30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429ED-B0A0-4F36-B5F6-870D3295359B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39701" y="6560857"/>
            <a:ext cx="1459413" cy="230258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AE77950-F4C9-AD40-906F-18313B1F8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94539"/>
            <a:ext cx="4114800" cy="2302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&amp; Proprietary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BCC2B-250F-BE40-81B2-8DDA30F4C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234" y="838201"/>
            <a:ext cx="11373816" cy="5685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9CB6F4-F49F-43AE-9F2F-1491E1A4299E}"/>
              </a:ext>
            </a:extLst>
          </p:cNvPr>
          <p:cNvSpPr/>
          <p:nvPr/>
        </p:nvSpPr>
        <p:spPr>
          <a:xfrm>
            <a:off x="314523" y="161219"/>
            <a:ext cx="137713" cy="5486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algn="ctr">
              <a:spcAft>
                <a:spcPts val="42"/>
              </a:spcAft>
            </a:pPr>
            <a:endParaRPr lang="en-US" sz="1600" b="1" spc="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93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accent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3429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tabLst/>
        <a:defRPr lang="en-US" sz="1400" b="0" i="0" kern="1200" dirty="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633413" indent="-225425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tabLst/>
        <a:defRPr lang="en-US" sz="1400" b="0" i="0" kern="1200" dirty="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917575" indent="-227013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tabLst/>
        <a:defRPr lang="en-US" sz="1400" b="0" i="0" kern="1200" dirty="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201738" indent="-227013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tabLst/>
        <a:defRPr lang="en-US" sz="1400" b="0" i="0" kern="1200" dirty="0" smtClean="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148132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tabLst/>
        <a:defRPr lang="en-US" sz="1400" b="0" i="0" kern="1200" dirty="0" smtClean="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6pPr>
      <a:lvl7pPr marL="1552575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88">
          <p15:clr>
            <a:srgbClr val="F26B43"/>
          </p15:clr>
        </p15:guide>
        <p15:guide id="7" orient="horz" pos="528">
          <p15:clr>
            <a:srgbClr val="9FCC3B"/>
          </p15:clr>
        </p15:guide>
        <p15:guide id="8" orient="horz" pos="2328">
          <p15:clr>
            <a:srgbClr val="F26B43"/>
          </p15:clr>
        </p15:guide>
        <p15:guide id="9" orient="horz" pos="4104">
          <p15:clr>
            <a:srgbClr val="9FCC3B"/>
          </p15:clr>
        </p15:guide>
        <p15:guide id="10" pos="192">
          <p15:clr>
            <a:srgbClr val="9FCC3B"/>
          </p15:clr>
        </p15:guide>
        <p15:guide id="11" pos="384">
          <p15:clr>
            <a:srgbClr val="547EBF"/>
          </p15:clr>
        </p15:guide>
        <p15:guide id="12" pos="7488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2EC1-74CF-41AB-ABC3-F8AE2C45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Re-Engineering AI Agent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31ADB-591D-4E79-B359-9CACC90C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Discovery </a:t>
            </a:r>
          </a:p>
        </p:txBody>
      </p:sp>
    </p:spTree>
    <p:extLst>
      <p:ext uri="{BB962C8B-B14F-4D97-AF65-F5344CB8AC3E}">
        <p14:creationId xmlns:p14="http://schemas.microsoft.com/office/powerpoint/2010/main" val="185146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6B02AB-3204-0B71-A21C-CD65228585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232" y="1013563"/>
            <a:ext cx="11184078" cy="2126452"/>
          </a:xfrm>
        </p:spPr>
        <p:txBody>
          <a:bodyPr/>
          <a:lstStyle/>
          <a:p>
            <a:r>
              <a:rPr lang="en-US" b="1" dirty="0"/>
              <a:t>Initiative Overview:  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SSA &amp; Company will design and build an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AI-enabled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process re-engineering tool that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ingests existing client documentation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SOPs, process maps in any format, future-state strategy materials)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generates a standardized suite of process deliverables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(1) GMs/Middle Management and 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(2) Process Leads/COEs. 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tool will accelerate discovery, improve consistency and quality of outputs, and strengthen governance, controls, and transformation value identification.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B70E0-C9CE-8D97-A5B7-972446D1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Process Re-Engineering Agent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9F68F-13AA-ECE3-A8CA-935560B702C3}"/>
              </a:ext>
            </a:extLst>
          </p:cNvPr>
          <p:cNvSpPr txBox="1"/>
          <p:nvPr/>
        </p:nvSpPr>
        <p:spPr>
          <a:xfrm>
            <a:off x="515232" y="3429000"/>
            <a:ext cx="6787442" cy="238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Objectives</a:t>
            </a:r>
          </a:p>
          <a:p>
            <a:pPr>
              <a:buNone/>
            </a:pPr>
            <a:endParaRPr lang="en-US" sz="1400" b="1" dirty="0"/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 cycle time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produce process documentation and re-engineering outputs.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Standardize deliverables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across SSA teams, projects, and industries.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Increase completeness and quality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via structured extraction, validation workflows, and template-driven generation.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Embed risk, controls, exceptions, and governance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into process design from the start.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Enable rapid iteration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as inputs and stakeholder feedback evolve.</a:t>
            </a:r>
          </a:p>
        </p:txBody>
      </p:sp>
      <p:pic>
        <p:nvPicPr>
          <p:cNvPr id="9" name="Graphic 8" descr="Illustrator outline">
            <a:extLst>
              <a:ext uri="{FF2B5EF4-FFF2-40B4-BE49-F238E27FC236}">
                <a16:creationId xmlns:a16="http://schemas.microsoft.com/office/drawing/2014/main" id="{13BA7AE5-E8D6-A42E-CFF6-155B3EACB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6289" y="3575608"/>
            <a:ext cx="2218245" cy="221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1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A0DD-1A1B-5D38-3C38-98D4ECEF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9267AB-59DC-9651-F74E-1D7B4D5BE5A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231" y="1013563"/>
            <a:ext cx="5385055" cy="1384005"/>
          </a:xfrm>
        </p:spPr>
        <p:txBody>
          <a:bodyPr/>
          <a:lstStyle/>
          <a:p>
            <a:r>
              <a:rPr lang="en-US" sz="1200" b="1" dirty="0">
                <a:solidFill>
                  <a:schemeClr val="accent1"/>
                </a:solidFill>
              </a:rPr>
              <a:t>A. Inputs the Tool Must Ingest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Standard Operating Procedures (Word/PDF)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Existing process maps (Visio, PowerPoint, image/PDF exports, other formats)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Strategy / future-state documentation (PowerPoint/Word/PDF)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Supporting materials (policies, checklists, forms, spreadsheets, workshop / interview notes)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1"/>
                </a:solidFill>
              </a:rPr>
              <a:t>B. Core Outputs (Deliverables Generated)</a:t>
            </a:r>
          </a:p>
          <a:p>
            <a:pPr marL="114300" lvl="1" indent="0">
              <a:buNone/>
            </a:pPr>
            <a:endParaRPr lang="en-US" sz="1200" b="1" dirty="0">
              <a:solidFill>
                <a:schemeClr val="tx2"/>
              </a:solidFill>
            </a:endParaRPr>
          </a:p>
          <a:p>
            <a:pPr marL="114300" lvl="1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For GMs / Middle Management</a:t>
            </a:r>
            <a:endParaRPr lang="en-US" sz="1200" dirty="0">
              <a:solidFill>
                <a:schemeClr val="tx2"/>
              </a:solidFill>
            </a:endParaRPr>
          </a:p>
          <a:p>
            <a:pPr lvl="1"/>
            <a:r>
              <a:rPr lang="en-US" sz="1200" b="1" dirty="0"/>
              <a:t>Process Executive Overview Document</a:t>
            </a:r>
            <a:endParaRPr lang="en-US" sz="1200" dirty="0"/>
          </a:p>
          <a:p>
            <a:pPr lvl="2"/>
            <a:r>
              <a:rPr lang="en-US" sz="1200" dirty="0"/>
              <a:t>Scope, purpose, key stakeholders, performance indicators, pain points, major risks, improvement themes</a:t>
            </a:r>
          </a:p>
          <a:p>
            <a:pPr lvl="1"/>
            <a:r>
              <a:rPr lang="en-US" sz="1200" b="1" dirty="0"/>
              <a:t>Process Architecture Document</a:t>
            </a:r>
            <a:endParaRPr lang="en-US" sz="1200" dirty="0"/>
          </a:p>
          <a:p>
            <a:pPr lvl="2"/>
            <a:r>
              <a:rPr lang="en-US" sz="1200" dirty="0"/>
              <a:t>Process hierarchy (L0–L2), cross-functional interfaces, systems touchpoints, key handoffs and dependencies</a:t>
            </a:r>
          </a:p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DC4F2B-CFFE-3170-6E12-D789CE496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In-Scope </a:t>
            </a:r>
            <a:r>
              <a:rPr lang="en-US" sz="1600" b="0" i="1" dirty="0"/>
              <a:t>(1 of 2) 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64B54521-29F4-AB4D-941E-09B746AF7EE1}"/>
              </a:ext>
            </a:extLst>
          </p:cNvPr>
          <p:cNvSpPr txBox="1">
            <a:spLocks/>
          </p:cNvSpPr>
          <p:nvPr/>
        </p:nvSpPr>
        <p:spPr>
          <a:xfrm>
            <a:off x="6096000" y="1013563"/>
            <a:ext cx="5385055" cy="1384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6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3429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148132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6pPr>
            <a:lvl7pPr marL="1552575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2"/>
                </a:solidFill>
              </a:rPr>
              <a:t>For Process Leads / COEs</a:t>
            </a:r>
            <a:br>
              <a:rPr lang="en-US" sz="1200" b="1" dirty="0">
                <a:solidFill>
                  <a:schemeClr val="tx2"/>
                </a:solidFill>
              </a:rPr>
            </a:br>
            <a:br>
              <a:rPr lang="en-US" sz="1200" dirty="0"/>
            </a:br>
            <a:r>
              <a:rPr lang="en-US" sz="1200" b="1" dirty="0"/>
              <a:t>Detailed BPMN Process Maps (L1–L4)</a:t>
            </a:r>
            <a:endParaRPr lang="en-US" sz="1200" dirty="0"/>
          </a:p>
          <a:p>
            <a:r>
              <a:rPr lang="en-US" sz="1200" dirty="0"/>
              <a:t>Current State and Future State variants; consistent modeling conventions</a:t>
            </a:r>
          </a:p>
          <a:p>
            <a:r>
              <a:rPr lang="en-US" sz="1200" b="1" dirty="0"/>
              <a:t>Activity-Level Documentation</a:t>
            </a:r>
            <a:endParaRPr lang="en-US" sz="1200" dirty="0"/>
          </a:p>
          <a:p>
            <a:pPr lvl="1"/>
            <a:r>
              <a:rPr lang="en-US" sz="1200" dirty="0"/>
              <a:t>Step definitions, triggers, inputs/outputs, systems, business rules, SLAs/cycle time, evidence produced</a:t>
            </a:r>
          </a:p>
          <a:p>
            <a:r>
              <a:rPr lang="en-US" sz="1200" b="1" dirty="0"/>
              <a:t>RACI Matrix</a:t>
            </a:r>
            <a:endParaRPr lang="en-US" sz="1200" dirty="0"/>
          </a:p>
          <a:p>
            <a:pPr lvl="1"/>
            <a:r>
              <a:rPr lang="en-US" sz="1200" dirty="0"/>
              <a:t>Role-to-activity accountability mapping</a:t>
            </a:r>
          </a:p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144791-2194-93D5-7E59-753F984D5FAE}"/>
              </a:ext>
            </a:extLst>
          </p:cNvPr>
          <p:cNvSpPr/>
          <p:nvPr/>
        </p:nvSpPr>
        <p:spPr>
          <a:xfrm>
            <a:off x="515231" y="3226280"/>
            <a:ext cx="5048807" cy="353683"/>
          </a:xfrm>
          <a:prstGeom prst="roundRect">
            <a:avLst/>
          </a:prstGeom>
          <a:solidFill>
            <a:srgbClr val="003399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B97239-E624-F4EB-7BAE-29A67DCD74E0}"/>
              </a:ext>
            </a:extLst>
          </p:cNvPr>
          <p:cNvSpPr/>
          <p:nvPr/>
        </p:nvSpPr>
        <p:spPr>
          <a:xfrm>
            <a:off x="515230" y="950407"/>
            <a:ext cx="5048807" cy="353683"/>
          </a:xfrm>
          <a:prstGeom prst="roundRect">
            <a:avLst/>
          </a:prstGeom>
          <a:solidFill>
            <a:srgbClr val="003399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997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45FD-6892-6EA8-9578-447CDDE3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8F5C30-685F-6FC1-2B2A-59223DF1EB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231" y="1013563"/>
            <a:ext cx="5684779" cy="1384005"/>
          </a:xfrm>
        </p:spPr>
        <p:txBody>
          <a:bodyPr/>
          <a:lstStyle/>
          <a:p>
            <a:r>
              <a:rPr lang="en-US" sz="1200" b="1" dirty="0"/>
              <a:t>Controls &amp; Risk Framework</a:t>
            </a:r>
            <a:endParaRPr lang="en-US" sz="1200" dirty="0"/>
          </a:p>
          <a:p>
            <a:pPr lvl="1"/>
            <a:r>
              <a:rPr lang="en-US" sz="1200" dirty="0"/>
              <a:t>Risks, control objectives, control activities, evidence, frequency, owners</a:t>
            </a:r>
          </a:p>
          <a:p>
            <a:r>
              <a:rPr lang="en-US" sz="1200" b="1" dirty="0"/>
              <a:t>Exception &amp; Escalation Handling</a:t>
            </a:r>
            <a:endParaRPr lang="en-US" sz="1200" dirty="0"/>
          </a:p>
          <a:p>
            <a:pPr lvl="1"/>
            <a:r>
              <a:rPr lang="en-US" sz="1200" dirty="0"/>
              <a:t>Exception types, thresholds, decisioning, routing, escalation paths, SLAs</a:t>
            </a:r>
          </a:p>
          <a:p>
            <a:r>
              <a:rPr lang="en-US" sz="1200" b="1" dirty="0"/>
              <a:t>Process Governance</a:t>
            </a:r>
            <a:endParaRPr lang="en-US" sz="1200" dirty="0"/>
          </a:p>
          <a:p>
            <a:pPr lvl="1"/>
            <a:r>
              <a:rPr lang="en-US" sz="1200" dirty="0"/>
              <a:t>Ownership model, KPI cadence, change control, issue management, documentation standards</a:t>
            </a:r>
          </a:p>
          <a:p>
            <a:r>
              <a:rPr lang="en-US" sz="1200" b="1" dirty="0"/>
              <a:t>Future-State Improvement Opportunities (Lean-Based)</a:t>
            </a:r>
            <a:endParaRPr lang="en-US" sz="1200" dirty="0"/>
          </a:p>
          <a:p>
            <a:pPr lvl="1"/>
            <a:r>
              <a:rPr lang="en-US" sz="1200" dirty="0"/>
              <a:t>Waste analysis, root causes, prioritized opportunity backlog (impact vs effort)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C. Functional Capabilities</a:t>
            </a:r>
          </a:p>
          <a:p>
            <a:r>
              <a:rPr lang="en-US" sz="1200" b="1" dirty="0"/>
              <a:t>Document parsing &amp; normalization</a:t>
            </a:r>
            <a:r>
              <a:rPr lang="en-US" sz="1200" dirty="0"/>
              <a:t> across formats</a:t>
            </a:r>
          </a:p>
          <a:p>
            <a:r>
              <a:rPr lang="en-US" sz="1200" b="1" dirty="0"/>
              <a:t>Structured extraction</a:t>
            </a:r>
            <a:r>
              <a:rPr lang="en-US" sz="1200" dirty="0"/>
              <a:t> of activities, roles, systems, decisions, controls, exceptions</a:t>
            </a:r>
          </a:p>
          <a:p>
            <a:r>
              <a:rPr lang="en-US" sz="1200" b="1" dirty="0"/>
              <a:t>Template-driven generation</a:t>
            </a:r>
            <a:r>
              <a:rPr lang="en-US" sz="1200" dirty="0"/>
              <a:t> of each output type</a:t>
            </a:r>
          </a:p>
          <a:p>
            <a:r>
              <a:rPr lang="en-US" sz="1200" b="1" dirty="0"/>
              <a:t>Traceability</a:t>
            </a:r>
            <a:r>
              <a:rPr lang="en-US" sz="1200" dirty="0"/>
              <a:t> (link outputs to source sections where possible)</a:t>
            </a:r>
          </a:p>
          <a:p>
            <a:r>
              <a:rPr lang="en-US" sz="1200" b="1" dirty="0"/>
              <a:t>Human-in-the-loop review workflow</a:t>
            </a:r>
            <a:endParaRPr lang="en-US" sz="1200" dirty="0"/>
          </a:p>
          <a:p>
            <a:pPr lvl="1"/>
            <a:r>
              <a:rPr lang="en-US" sz="1200" dirty="0"/>
              <a:t>SME validation, change requests, regeneration</a:t>
            </a:r>
          </a:p>
          <a:p>
            <a:r>
              <a:rPr lang="en-US" sz="1200" b="1" dirty="0"/>
              <a:t>Versioning</a:t>
            </a:r>
            <a:r>
              <a:rPr lang="en-US" sz="1200" dirty="0"/>
              <a:t> of generated artifacts per iteration</a:t>
            </a:r>
          </a:p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F9091C-B6C7-E684-AA6E-3FA03435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In-Scope </a:t>
            </a:r>
            <a:r>
              <a:rPr lang="en-US" sz="1600" b="0" i="1" dirty="0"/>
              <a:t>(2 of 2)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67AFB49-A8FF-7605-CEC5-0410E1353567}"/>
              </a:ext>
            </a:extLst>
          </p:cNvPr>
          <p:cNvSpPr txBox="1">
            <a:spLocks/>
          </p:cNvSpPr>
          <p:nvPr/>
        </p:nvSpPr>
        <p:spPr>
          <a:xfrm>
            <a:off x="6404551" y="1013562"/>
            <a:ext cx="5684779" cy="1384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6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3429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148132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6pPr>
            <a:lvl7pPr marL="1552575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F64A16-DADD-3C30-39BA-518AC3DB75E5}"/>
              </a:ext>
            </a:extLst>
          </p:cNvPr>
          <p:cNvSpPr/>
          <p:nvPr/>
        </p:nvSpPr>
        <p:spPr>
          <a:xfrm>
            <a:off x="515231" y="3579963"/>
            <a:ext cx="5048807" cy="353683"/>
          </a:xfrm>
          <a:prstGeom prst="roundRect">
            <a:avLst/>
          </a:prstGeom>
          <a:solidFill>
            <a:srgbClr val="003399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>
              <a:latin typeface="Avenir Next LT Pro" panose="020B0504020202020204" pitchFamily="34" charset="77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FAFEB9F-099B-B8BA-109F-F91F669FACA8}"/>
              </a:ext>
            </a:extLst>
          </p:cNvPr>
          <p:cNvSpPr txBox="1">
            <a:spLocks/>
          </p:cNvSpPr>
          <p:nvPr/>
        </p:nvSpPr>
        <p:spPr>
          <a:xfrm>
            <a:off x="6335186" y="1013562"/>
            <a:ext cx="5684779" cy="1384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6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3429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148132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6pPr>
            <a:lvl7pPr marL="1552575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Export formats</a:t>
            </a:r>
            <a:endParaRPr lang="en-US" sz="1200" dirty="0"/>
          </a:p>
          <a:p>
            <a:pPr lvl="1"/>
            <a:r>
              <a:rPr lang="en-US" sz="1200" dirty="0"/>
              <a:t>Word/PDF for documents, BPMN outputs compatible with common tools (e.g., BPMN XML and/or diagram export), Excel/CSV for RACI and control matrices</a:t>
            </a:r>
          </a:p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9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6FFC-1181-4B4B-6943-9C7BE26A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3D7382-C1B4-54A8-0D08-AF4F649288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232" y="1206068"/>
            <a:ext cx="5240676" cy="3150272"/>
          </a:xfrm>
        </p:spPr>
        <p:txBody>
          <a:bodyPr/>
          <a:lstStyle/>
          <a:p>
            <a:r>
              <a:rPr lang="en-US" sz="1200" b="1" dirty="0"/>
              <a:t>Out of Scope (Phase 1 / Initial Release)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Integration </a:t>
            </a:r>
            <a:r>
              <a:rPr lang="en-US" sz="1200" dirty="0"/>
              <a:t>into client production systems (ERP, core platforms) without explicit add-on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Real-time process mining from system logs (unless later phase is approved)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Automated legal/compliance sign-off (tool supports documentation, not approval authority)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Fully autonomous output publication without SME review gates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Client-facing hosting/productization beyond agreed pilot usage</a:t>
            </a:r>
          </a:p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6ECA01-1CAA-0813-1972-DC9D879B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Scope &amp; Assumptions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AAEC883-62F9-E343-AA31-5E2A2DB1F8BC}"/>
              </a:ext>
            </a:extLst>
          </p:cNvPr>
          <p:cNvSpPr txBox="1">
            <a:spLocks/>
          </p:cNvSpPr>
          <p:nvPr/>
        </p:nvSpPr>
        <p:spPr>
          <a:xfrm>
            <a:off x="6404552" y="1206067"/>
            <a:ext cx="5240676" cy="13840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6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3429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633413" indent="-2254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917575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1201738" indent="-2270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148132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lang="en-US" sz="1400" b="0" i="0" kern="1200" dirty="0" smtClean="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6pPr>
            <a:lvl7pPr marL="1552575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Assumptions: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SSA will have access to representative process documentation for pilots.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SMEs will be available to validate outputs within defined review cycles.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SSA will define standard templates and modeling conventions (BPMN leveling, naming rules, required fields).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privacy and client confidentiality requirements will be addressed through the agreed deployment approach.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tool will be used solely to support internal SSA delivery teams; it will not be shared with clients or deployed in client environments (unless specified by Project Lead)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3853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SA Theme 2021">
  <a:themeElements>
    <a:clrScheme name="SSA Palette 2021 2">
      <a:dk1>
        <a:srgbClr val="000000"/>
      </a:dk1>
      <a:lt1>
        <a:srgbClr val="FFFFFF"/>
      </a:lt1>
      <a:dk2>
        <a:srgbClr val="336179"/>
      </a:dk2>
      <a:lt2>
        <a:srgbClr val="8CA3B2"/>
      </a:lt2>
      <a:accent1>
        <a:srgbClr val="003399"/>
      </a:accent1>
      <a:accent2>
        <a:srgbClr val="0088A1"/>
      </a:accent2>
      <a:accent3>
        <a:srgbClr val="0A7CC1"/>
      </a:accent3>
      <a:accent4>
        <a:srgbClr val="186037"/>
      </a:accent4>
      <a:accent5>
        <a:srgbClr val="1D9A19"/>
      </a:accent5>
      <a:accent6>
        <a:srgbClr val="DE4702"/>
      </a:accent6>
      <a:hlink>
        <a:srgbClr val="003399"/>
      </a:hlink>
      <a:folHlink>
        <a:srgbClr val="068CA7"/>
      </a:folHlink>
    </a:clrScheme>
    <a:fontScheme name="Avenir Next LT Pro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399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>
            <a:latin typeface="Avenir Next LT Pro" panose="020B0504020202020204" pitchFamily="34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Bef>
            <a:spcPts val="1000"/>
          </a:spcBef>
          <a:defRPr sz="1600" dirty="0" smtClean="0">
            <a:latin typeface="Avenir Next LT Pro" panose="020B0504020202020204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SA Theme 2021" id="{8CB6D905-1800-49DA-AA0A-2CD467ECB0FA}" vid="{8CCD0040-F8E4-4918-9B0B-BAC2ACAAF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7792C77D5B14190321D8171E967BA" ma:contentTypeVersion="6" ma:contentTypeDescription="Create a new document." ma:contentTypeScope="" ma:versionID="b42eb04fa255864a4ad99ecb73808395">
  <xsd:schema xmlns:xsd="http://www.w3.org/2001/XMLSchema" xmlns:xs="http://www.w3.org/2001/XMLSchema" xmlns:p="http://schemas.microsoft.com/office/2006/metadata/properties" xmlns:ns2="1d8e1aac-e51f-41c2-a3fd-bafbb08dedb9" xmlns:ns3="8173f75e-f7a7-40dd-a9db-07ebd35e68e7" targetNamespace="http://schemas.microsoft.com/office/2006/metadata/properties" ma:root="true" ma:fieldsID="21653293c180bcddb5fb97f51efbf17b" ns2:_="" ns3:_="">
    <xsd:import namespace="1d8e1aac-e51f-41c2-a3fd-bafbb08dedb9"/>
    <xsd:import namespace="8173f75e-f7a7-40dd-a9db-07ebd35e68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e1aac-e51f-41c2-a3fd-bafbb08ded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3f75e-f7a7-40dd-a9db-07ebd35e68e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7F6563-1F92-4506-B418-53B76D2E13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E01FCF-7BA3-442A-8851-05BD08FB2431}">
  <ds:schemaRefs>
    <ds:schemaRef ds:uri="8173f75e-f7a7-40dd-a9db-07ebd35e68e7"/>
    <ds:schemaRef ds:uri="1d8e1aac-e51f-41c2-a3fd-bafbb08dedb9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46D619A-3DB0-4B21-B563-544961D2AFCA}">
  <ds:schemaRefs>
    <ds:schemaRef ds:uri="1d8e1aac-e51f-41c2-a3fd-bafbb08dedb9"/>
    <ds:schemaRef ds:uri="8173f75e-f7a7-40dd-a9db-07ebd35e68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SSA Theme 2021</Template>
  <TotalTime>4537</TotalTime>
  <Words>669</Words>
  <Application>Microsoft Office PowerPoint</Application>
  <PresentationFormat>Widescreen</PresentationFormat>
  <Paragraphs>71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Avenir Next LT Pro</vt:lpstr>
      <vt:lpstr>Calibri</vt:lpstr>
      <vt:lpstr>Franklin Gothic Book</vt:lpstr>
      <vt:lpstr>Lucida Sans</vt:lpstr>
      <vt:lpstr>SSA Theme 2021</vt:lpstr>
      <vt:lpstr>think-cell Slide</vt:lpstr>
      <vt:lpstr>Process Re-Engineering AI Agent </vt:lpstr>
      <vt:lpstr>AI Process Re-Engineering Agent Overview</vt:lpstr>
      <vt:lpstr>In-Scope (1 of 2) </vt:lpstr>
      <vt:lpstr>In-Scope (2 of 2) </vt:lpstr>
      <vt:lpstr>Out of Scope &amp; Assumptions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SSA &amp; Company Culture Committee</dc:title>
  <dc:creator>Thomas Johnson</dc:creator>
  <cp:lastModifiedBy>Nidhi Dube</cp:lastModifiedBy>
  <cp:revision>30</cp:revision>
  <dcterms:created xsi:type="dcterms:W3CDTF">2022-02-06T13:39:54Z</dcterms:created>
  <dcterms:modified xsi:type="dcterms:W3CDTF">2026-02-19T16:30:07Z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0x010100F1B7792C77D5B14190321D8171E967BA</vt:lpwstr>
  </property>
</Properties>
</file>